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DM Sans Medium"/>
      <p:regular r:id="rId35"/>
      <p:bold r:id="rId36"/>
      <p:italic r:id="rId37"/>
      <p:boldItalic r:id="rId38"/>
    </p:embeddedFont>
    <p:embeddedFont>
      <p:font typeface="Roboto"/>
      <p:regular r:id="rId39"/>
      <p:bold r:id="rId40"/>
      <p:italic r:id="rId41"/>
      <p:boldItalic r:id="rId42"/>
    </p:embeddedFont>
    <p:embeddedFont>
      <p:font typeface="DM Sans Light"/>
      <p:regular r:id="rId43"/>
      <p:bold r:id="rId44"/>
      <p:italic r:id="rId45"/>
      <p:boldItalic r:id="rId46"/>
    </p:embeddedFont>
    <p:embeddedFont>
      <p:font typeface="DM Sans"/>
      <p:regular r:id="rId47"/>
      <p:bold r:id="rId48"/>
      <p:italic r:id="rId49"/>
      <p:boldItalic r:id="rId50"/>
    </p:embeddedFont>
    <p:embeddedFont>
      <p:font typeface="Forum"/>
      <p:regular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E155F8-A579-4897-B228-0225B28319EB}">
  <a:tblStyle styleId="{E0E155F8-A579-4897-B228-0225B28319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5600BCB-E675-444F-A35C-862C84769EA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DMSansLight-bold.fntdata"/><Relationship Id="rId43" Type="http://schemas.openxmlformats.org/officeDocument/2006/relationships/font" Target="fonts/DMSansLight-regular.fntdata"/><Relationship Id="rId46" Type="http://schemas.openxmlformats.org/officeDocument/2006/relationships/font" Target="fonts/DMSansLight-boldItalic.fntdata"/><Relationship Id="rId45" Type="http://schemas.openxmlformats.org/officeDocument/2006/relationships/font" Target="fonts/DMSans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DMSans-bold.fntdata"/><Relationship Id="rId47" Type="http://schemas.openxmlformats.org/officeDocument/2006/relationships/font" Target="fonts/DMSans-regular.fntdata"/><Relationship Id="rId49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DMSansMedium-regular.fntdata"/><Relationship Id="rId34" Type="http://schemas.openxmlformats.org/officeDocument/2006/relationships/slide" Target="slides/slide28.xml"/><Relationship Id="rId37" Type="http://schemas.openxmlformats.org/officeDocument/2006/relationships/font" Target="fonts/DMSansMedium-italic.fntdata"/><Relationship Id="rId36" Type="http://schemas.openxmlformats.org/officeDocument/2006/relationships/font" Target="fonts/DMSansMedium-bold.fntdata"/><Relationship Id="rId39" Type="http://schemas.openxmlformats.org/officeDocument/2006/relationships/font" Target="fonts/Roboto-regular.fntdata"/><Relationship Id="rId38" Type="http://schemas.openxmlformats.org/officeDocument/2006/relationships/font" Target="fonts/DMSansMedium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Forum-regular.fntdata"/><Relationship Id="rId50" Type="http://schemas.openxmlformats.org/officeDocument/2006/relationships/font" Target="fonts/DM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c30b68b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cc30b68b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c30b68bfc_0_1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cc30b68bfc_0_1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c30b68bfc_0_1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cc30b68bfc_0_1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cc30b68bfc_0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cc30b68bfc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c30b68bfc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cc30b68bfc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c30b68bfc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cc30b68bfc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cc30b68bfc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cc30b68bfc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cc30b68bfc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cc30b68bfc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cc30b68bfc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cc30b68bfc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c30b68bfc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cc30b68bfc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c30b68bfc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cc30b68bfc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cc30b68bfc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cc30b68bfc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cc30b68bfc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cc30b68bfc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c30b68bfc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cc30b68bfc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cc30b68bfc_0_1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cc30b68bfc_0_1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cc30b68bfc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cc30b68bfc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cc30b68bfc_0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cc30b68bfc_0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cc30b68bfc_0_1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cc30b68bfc_0_1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cc30b68bfc_0_1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cc30b68bfc_0_1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cc30b68bfc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cc30b68bfc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cc30b68bfc_0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cc30b68bfc_0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cc30b68bfc_0_1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cc30b68bfc_0_1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cc30b68bfc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cc30b68bfc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cc30b68bfc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cc30b68bfc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cc30b68bfc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cc30b68bfc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cc30b68bfc_0_1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cc30b68bfc_0_1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cc30b68bfc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cc30b68bfc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cc30b68bfc_0_1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cc30b68bfc_0_1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11" name="Google Shape;11;p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6" name="Google Shape;16;p2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" name="Google Shape;17;p2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" name="Google Shape;18;p2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9" name="Google Shape;19;p2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20" name="Google Shape;20;p2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CUSTOM_3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" name="Google Shape;30;p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 2">
  <p:cSld name="BLANK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228600" y="3389761"/>
            <a:ext cx="4704000" cy="1590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5468675" y="457200"/>
            <a:ext cx="34467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" name="Google Shape;34;p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body"/>
          </p:nvPr>
        </p:nvSpPr>
        <p:spPr>
          <a:xfrm>
            <a:off x="5482425" y="413676"/>
            <a:ext cx="3446700" cy="14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mall">
  <p:cSld name="BLANK_1_1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" name="Google Shape;43;p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Small">
  <p:cSld name="BLANK_1_1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>
            <p:ph idx="2" type="pic"/>
          </p:nvPr>
        </p:nvSpPr>
        <p:spPr>
          <a:xfrm>
            <a:off x="228600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6" name="Google Shape;46;p7"/>
          <p:cNvSpPr/>
          <p:nvPr>
            <p:ph idx="3" type="pic"/>
          </p:nvPr>
        </p:nvSpPr>
        <p:spPr>
          <a:xfrm>
            <a:off x="2913463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7" name="Google Shape;47;p7"/>
          <p:cNvSpPr/>
          <p:nvPr>
            <p:ph idx="4" type="pic"/>
          </p:nvPr>
        </p:nvSpPr>
        <p:spPr>
          <a:xfrm>
            <a:off x="5594838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8" name="Google Shape;48;p7"/>
          <p:cNvSpPr/>
          <p:nvPr>
            <p:ph idx="5" type="pic"/>
          </p:nvPr>
        </p:nvSpPr>
        <p:spPr>
          <a:xfrm>
            <a:off x="134092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9" name="Google Shape;49;p7"/>
          <p:cNvSpPr/>
          <p:nvPr>
            <p:ph idx="6" type="pic"/>
          </p:nvPr>
        </p:nvSpPr>
        <p:spPr>
          <a:xfrm>
            <a:off x="402427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0" name="Google Shape;50;p7"/>
          <p:cNvSpPr/>
          <p:nvPr>
            <p:ph idx="7" type="pic"/>
          </p:nvPr>
        </p:nvSpPr>
        <p:spPr>
          <a:xfrm>
            <a:off x="6708900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1347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8" type="subTitle"/>
          </p:nvPr>
        </p:nvSpPr>
        <p:spPr>
          <a:xfrm>
            <a:off x="1347975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9" type="subTitle"/>
          </p:nvPr>
        </p:nvSpPr>
        <p:spPr>
          <a:xfrm>
            <a:off x="4029350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3" type="subTitle"/>
          </p:nvPr>
        </p:nvSpPr>
        <p:spPr>
          <a:xfrm>
            <a:off x="6726463" y="2538374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4" type="subTitle"/>
          </p:nvPr>
        </p:nvSpPr>
        <p:spPr>
          <a:xfrm>
            <a:off x="246030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5" type="subTitle"/>
          </p:nvPr>
        </p:nvSpPr>
        <p:spPr>
          <a:xfrm>
            <a:off x="5143650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6" type="subTitle"/>
          </p:nvPr>
        </p:nvSpPr>
        <p:spPr>
          <a:xfrm>
            <a:off x="7828275" y="4203499"/>
            <a:ext cx="1115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7" type="subTitle"/>
          </p:nvPr>
        </p:nvSpPr>
        <p:spPr>
          <a:xfrm>
            <a:off x="40269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8" type="subTitle"/>
          </p:nvPr>
        </p:nvSpPr>
        <p:spPr>
          <a:xfrm>
            <a:off x="6708175" y="2325217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19" type="subTitle"/>
          </p:nvPr>
        </p:nvSpPr>
        <p:spPr>
          <a:xfrm>
            <a:off x="2457750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20" type="subTitle"/>
          </p:nvPr>
        </p:nvSpPr>
        <p:spPr>
          <a:xfrm>
            <a:off x="514237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1" type="subTitle"/>
          </p:nvPr>
        </p:nvSpPr>
        <p:spPr>
          <a:xfrm>
            <a:off x="7825725" y="3991542"/>
            <a:ext cx="1115700" cy="1569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Medium">
  <p:cSld name="BLANK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>
            <p:ph idx="2" type="pic"/>
          </p:nvPr>
        </p:nvSpPr>
        <p:spPr>
          <a:xfrm>
            <a:off x="2286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13057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3" type="subTitle"/>
          </p:nvPr>
        </p:nvSpPr>
        <p:spPr>
          <a:xfrm>
            <a:off x="13057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" name="Google Shape;70;p8"/>
          <p:cNvSpPr/>
          <p:nvPr>
            <p:ph idx="4" type="pic"/>
          </p:nvPr>
        </p:nvSpPr>
        <p:spPr>
          <a:xfrm>
            <a:off x="2286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1" name="Google Shape;71;p8"/>
          <p:cNvSpPr txBox="1"/>
          <p:nvPr>
            <p:ph idx="5" type="subTitle"/>
          </p:nvPr>
        </p:nvSpPr>
        <p:spPr>
          <a:xfrm>
            <a:off x="13057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6" type="subTitle"/>
          </p:nvPr>
        </p:nvSpPr>
        <p:spPr>
          <a:xfrm>
            <a:off x="13057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3" name="Google Shape;73;p8"/>
          <p:cNvSpPr/>
          <p:nvPr>
            <p:ph idx="7" type="pic"/>
          </p:nvPr>
        </p:nvSpPr>
        <p:spPr>
          <a:xfrm>
            <a:off x="315465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4" name="Google Shape;74;p8"/>
          <p:cNvSpPr txBox="1"/>
          <p:nvPr>
            <p:ph idx="8" type="subTitle"/>
          </p:nvPr>
        </p:nvSpPr>
        <p:spPr>
          <a:xfrm>
            <a:off x="423180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5" name="Google Shape;75;p8"/>
          <p:cNvSpPr txBox="1"/>
          <p:nvPr>
            <p:ph idx="9" type="subTitle"/>
          </p:nvPr>
        </p:nvSpPr>
        <p:spPr>
          <a:xfrm>
            <a:off x="423180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8"/>
          <p:cNvSpPr/>
          <p:nvPr>
            <p:ph idx="13" type="pic"/>
          </p:nvPr>
        </p:nvSpPr>
        <p:spPr>
          <a:xfrm>
            <a:off x="315465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7" name="Google Shape;77;p8"/>
          <p:cNvSpPr txBox="1"/>
          <p:nvPr>
            <p:ph idx="14" type="subTitle"/>
          </p:nvPr>
        </p:nvSpPr>
        <p:spPr>
          <a:xfrm>
            <a:off x="423180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8" name="Google Shape;78;p8"/>
          <p:cNvSpPr/>
          <p:nvPr>
            <p:ph idx="15" type="pic"/>
          </p:nvPr>
        </p:nvSpPr>
        <p:spPr>
          <a:xfrm>
            <a:off x="60807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9" name="Google Shape;79;p8"/>
          <p:cNvSpPr txBox="1"/>
          <p:nvPr>
            <p:ph idx="16" type="subTitle"/>
          </p:nvPr>
        </p:nvSpPr>
        <p:spPr>
          <a:xfrm>
            <a:off x="7157850" y="2370426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0" name="Google Shape;80;p8"/>
          <p:cNvSpPr txBox="1"/>
          <p:nvPr>
            <p:ph idx="17" type="subTitle"/>
          </p:nvPr>
        </p:nvSpPr>
        <p:spPr>
          <a:xfrm>
            <a:off x="7157850" y="2829850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8"/>
          <p:cNvSpPr/>
          <p:nvPr>
            <p:ph idx="18" type="pic"/>
          </p:nvPr>
        </p:nvSpPr>
        <p:spPr>
          <a:xfrm>
            <a:off x="60807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82" name="Google Shape;82;p8"/>
          <p:cNvSpPr txBox="1"/>
          <p:nvPr>
            <p:ph idx="19" type="subTitle"/>
          </p:nvPr>
        </p:nvSpPr>
        <p:spPr>
          <a:xfrm>
            <a:off x="7157850" y="4031889"/>
            <a:ext cx="16155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0" type="subTitle"/>
          </p:nvPr>
        </p:nvSpPr>
        <p:spPr>
          <a:xfrm>
            <a:off x="425080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21" type="subTitle"/>
          </p:nvPr>
        </p:nvSpPr>
        <p:spPr>
          <a:xfrm>
            <a:off x="7157850" y="4491312"/>
            <a:ext cx="14454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p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Large">
  <p:cSld name="BLANK_1_1_2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" name="Google Shape;91;p9"/>
          <p:cNvSpPr txBox="1"/>
          <p:nvPr>
            <p:ph idx="2" type="subTitle"/>
          </p:nvPr>
        </p:nvSpPr>
        <p:spPr>
          <a:xfrm>
            <a:off x="2286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3" type="subTitle"/>
          </p:nvPr>
        </p:nvSpPr>
        <p:spPr>
          <a:xfrm>
            <a:off x="2286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9"/>
          <p:cNvSpPr/>
          <p:nvPr>
            <p:ph idx="4" type="pic"/>
          </p:nvPr>
        </p:nvSpPr>
        <p:spPr>
          <a:xfrm>
            <a:off x="2286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4" name="Google Shape;94;p9"/>
          <p:cNvSpPr txBox="1"/>
          <p:nvPr>
            <p:ph idx="5" type="body"/>
          </p:nvPr>
        </p:nvSpPr>
        <p:spPr>
          <a:xfrm>
            <a:off x="2286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6" type="subTitle"/>
          </p:nvPr>
        </p:nvSpPr>
        <p:spPr>
          <a:xfrm>
            <a:off x="2423700" y="3337825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7" type="subTitle"/>
          </p:nvPr>
        </p:nvSpPr>
        <p:spPr>
          <a:xfrm>
            <a:off x="242370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7" name="Google Shape;97;p9"/>
          <p:cNvSpPr/>
          <p:nvPr>
            <p:ph idx="8" type="pic"/>
          </p:nvPr>
        </p:nvSpPr>
        <p:spPr>
          <a:xfrm>
            <a:off x="24237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8" name="Google Shape;98;p9"/>
          <p:cNvSpPr txBox="1"/>
          <p:nvPr>
            <p:ph idx="9" type="body"/>
          </p:nvPr>
        </p:nvSpPr>
        <p:spPr>
          <a:xfrm>
            <a:off x="24237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3" type="subTitle"/>
          </p:nvPr>
        </p:nvSpPr>
        <p:spPr>
          <a:xfrm>
            <a:off x="4618800" y="3337827"/>
            <a:ext cx="20622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14" type="subTitle"/>
          </p:nvPr>
        </p:nvSpPr>
        <p:spPr>
          <a:xfrm>
            <a:off x="4618800" y="3547550"/>
            <a:ext cx="20622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9"/>
          <p:cNvSpPr/>
          <p:nvPr>
            <p:ph idx="15" type="pic"/>
          </p:nvPr>
        </p:nvSpPr>
        <p:spPr>
          <a:xfrm>
            <a:off x="46188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2" name="Google Shape;102;p9"/>
          <p:cNvSpPr txBox="1"/>
          <p:nvPr>
            <p:ph idx="16" type="body"/>
          </p:nvPr>
        </p:nvSpPr>
        <p:spPr>
          <a:xfrm>
            <a:off x="461880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17" type="subTitle"/>
          </p:nvPr>
        </p:nvSpPr>
        <p:spPr>
          <a:xfrm>
            <a:off x="6796750" y="3337800"/>
            <a:ext cx="2118600" cy="345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18" type="subTitle"/>
          </p:nvPr>
        </p:nvSpPr>
        <p:spPr>
          <a:xfrm>
            <a:off x="6796750" y="3547550"/>
            <a:ext cx="2118600" cy="345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9"/>
          <p:cNvSpPr/>
          <p:nvPr>
            <p:ph idx="19" type="pic"/>
          </p:nvPr>
        </p:nvSpPr>
        <p:spPr>
          <a:xfrm>
            <a:off x="6796738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6" name="Google Shape;106;p9"/>
          <p:cNvSpPr txBox="1"/>
          <p:nvPr>
            <p:ph idx="20" type="body"/>
          </p:nvPr>
        </p:nvSpPr>
        <p:spPr>
          <a:xfrm>
            <a:off x="6796750" y="3939125"/>
            <a:ext cx="1785300" cy="7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1">
  <p:cSld name="CUSTOM_4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231000" y="3124025"/>
            <a:ext cx="26844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6231000" y="4241250"/>
            <a:ext cx="2751300" cy="50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idx="4" type="subTitle"/>
          </p:nvPr>
        </p:nvSpPr>
        <p:spPr>
          <a:xfrm>
            <a:off x="6231000" y="38979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5" type="subTitle"/>
          </p:nvPr>
        </p:nvSpPr>
        <p:spPr>
          <a:xfrm>
            <a:off x="6231000" y="2780875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4" name="Google Shape;114;p10"/>
          <p:cNvSpPr txBox="1"/>
          <p:nvPr>
            <p:ph idx="6" type="subTitle"/>
          </p:nvPr>
        </p:nvSpPr>
        <p:spPr>
          <a:xfrm>
            <a:off x="6231000" y="1459700"/>
            <a:ext cx="2913000" cy="24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7" type="subTitle"/>
          </p:nvPr>
        </p:nvSpPr>
        <p:spPr>
          <a:xfrm>
            <a:off x="2872500" y="3328000"/>
            <a:ext cx="2834700" cy="3264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7" name="Google Shape;117;p10"/>
          <p:cNvSpPr/>
          <p:nvPr>
            <p:ph idx="8" type="pic"/>
          </p:nvPr>
        </p:nvSpPr>
        <p:spPr>
          <a:xfrm>
            <a:off x="228450" y="1459775"/>
            <a:ext cx="2101200" cy="143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8" name="Google Shape;118;p10"/>
          <p:cNvSpPr txBox="1"/>
          <p:nvPr>
            <p:ph idx="9" type="subTitle"/>
          </p:nvPr>
        </p:nvSpPr>
        <p:spPr>
          <a:xfrm>
            <a:off x="228450" y="30529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13" type="subTitle"/>
          </p:nvPr>
        </p:nvSpPr>
        <p:spPr>
          <a:xfrm>
            <a:off x="228450" y="335037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0" name="Google Shape;120;p10"/>
          <p:cNvSpPr txBox="1"/>
          <p:nvPr>
            <p:ph idx="14" type="subTitle"/>
          </p:nvPr>
        </p:nvSpPr>
        <p:spPr>
          <a:xfrm>
            <a:off x="228450" y="36480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1" name="Google Shape;121;p10"/>
          <p:cNvSpPr txBox="1"/>
          <p:nvPr>
            <p:ph idx="15" type="subTitle"/>
          </p:nvPr>
        </p:nvSpPr>
        <p:spPr>
          <a:xfrm>
            <a:off x="228450" y="3945765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2" name="Google Shape;122;p10"/>
          <p:cNvSpPr txBox="1"/>
          <p:nvPr>
            <p:ph idx="16" type="subTitle"/>
          </p:nvPr>
        </p:nvSpPr>
        <p:spPr>
          <a:xfrm>
            <a:off x="228450" y="424189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3" name="Google Shape;123;p10"/>
          <p:cNvSpPr txBox="1"/>
          <p:nvPr>
            <p:ph idx="17" type="subTitle"/>
          </p:nvPr>
        </p:nvSpPr>
        <p:spPr>
          <a:xfrm>
            <a:off x="228450" y="4540679"/>
            <a:ext cx="10101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4" name="Google Shape;124;p10"/>
          <p:cNvSpPr txBox="1"/>
          <p:nvPr>
            <p:ph idx="18" type="subTitle"/>
          </p:nvPr>
        </p:nvSpPr>
        <p:spPr>
          <a:xfrm>
            <a:off x="1275750" y="30523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10"/>
          <p:cNvSpPr txBox="1"/>
          <p:nvPr>
            <p:ph idx="19" type="subTitle"/>
          </p:nvPr>
        </p:nvSpPr>
        <p:spPr>
          <a:xfrm>
            <a:off x="1275750" y="3349779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10"/>
          <p:cNvSpPr txBox="1"/>
          <p:nvPr>
            <p:ph idx="20" type="subTitle"/>
          </p:nvPr>
        </p:nvSpPr>
        <p:spPr>
          <a:xfrm>
            <a:off x="1275750" y="3647468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7" name="Google Shape;127;p10"/>
          <p:cNvSpPr txBox="1"/>
          <p:nvPr>
            <p:ph idx="21" type="subTitle"/>
          </p:nvPr>
        </p:nvSpPr>
        <p:spPr>
          <a:xfrm>
            <a:off x="1275750" y="3945167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22" type="subTitle"/>
          </p:nvPr>
        </p:nvSpPr>
        <p:spPr>
          <a:xfrm>
            <a:off x="1275750" y="4241301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9" name="Google Shape;129;p10"/>
          <p:cNvSpPr txBox="1"/>
          <p:nvPr>
            <p:ph idx="23" type="subTitle"/>
          </p:nvPr>
        </p:nvSpPr>
        <p:spPr>
          <a:xfrm>
            <a:off x="1275750" y="4540080"/>
            <a:ext cx="1053900" cy="11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24" type="subTitle"/>
          </p:nvPr>
        </p:nvSpPr>
        <p:spPr>
          <a:xfrm>
            <a:off x="2863000" y="1925972"/>
            <a:ext cx="26844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25" type="subTitle"/>
          </p:nvPr>
        </p:nvSpPr>
        <p:spPr>
          <a:xfrm>
            <a:off x="2863000" y="3668715"/>
            <a:ext cx="2560500" cy="12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1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0"/>
          <p:cNvSpPr txBox="1"/>
          <p:nvPr>
            <p:ph idx="26" type="subTitle"/>
          </p:nvPr>
        </p:nvSpPr>
        <p:spPr>
          <a:xfrm>
            <a:off x="62310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7" type="subTitle"/>
          </p:nvPr>
        </p:nvSpPr>
        <p:spPr>
          <a:xfrm>
            <a:off x="62310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28" type="subTitle"/>
          </p:nvPr>
        </p:nvSpPr>
        <p:spPr>
          <a:xfrm>
            <a:off x="7597200" y="2190625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10"/>
          <p:cNvSpPr txBox="1"/>
          <p:nvPr>
            <p:ph idx="29" type="subTitle"/>
          </p:nvPr>
        </p:nvSpPr>
        <p:spPr>
          <a:xfrm>
            <a:off x="7597200" y="1801500"/>
            <a:ext cx="13182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2">
  <p:cSld name="CUSTOM_4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2857500" y="1803950"/>
            <a:ext cx="31320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2" type="body"/>
          </p:nvPr>
        </p:nvSpPr>
        <p:spPr>
          <a:xfrm>
            <a:off x="232075" y="1803950"/>
            <a:ext cx="20949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11"/>
          <p:cNvSpPr txBox="1"/>
          <p:nvPr>
            <p:ph idx="3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11"/>
          <p:cNvSpPr txBox="1"/>
          <p:nvPr>
            <p:ph idx="4" type="subTitle"/>
          </p:nvPr>
        </p:nvSpPr>
        <p:spPr>
          <a:xfrm>
            <a:off x="232075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2" name="Google Shape;142;p11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5" type="subTitle"/>
          </p:nvPr>
        </p:nvSpPr>
        <p:spPr>
          <a:xfrm>
            <a:off x="235800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4" name="Google Shape;144;p1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1"/>
          <p:cNvSpPr txBox="1"/>
          <p:nvPr>
            <p:ph idx="6" type="subTitle"/>
          </p:nvPr>
        </p:nvSpPr>
        <p:spPr>
          <a:xfrm>
            <a:off x="232075" y="2526010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7" type="subTitle"/>
          </p:nvPr>
        </p:nvSpPr>
        <p:spPr>
          <a:xfrm>
            <a:off x="232075" y="399371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8" type="subTitle"/>
          </p:nvPr>
        </p:nvSpPr>
        <p:spPr>
          <a:xfrm>
            <a:off x="1324825" y="4357700"/>
            <a:ext cx="10083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9" type="subTitle"/>
          </p:nvPr>
        </p:nvSpPr>
        <p:spPr>
          <a:xfrm>
            <a:off x="2305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13" type="subTitle"/>
          </p:nvPr>
        </p:nvSpPr>
        <p:spPr>
          <a:xfrm>
            <a:off x="2305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14" type="subTitle"/>
          </p:nvPr>
        </p:nvSpPr>
        <p:spPr>
          <a:xfrm>
            <a:off x="2305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5" type="subTitle"/>
          </p:nvPr>
        </p:nvSpPr>
        <p:spPr>
          <a:xfrm>
            <a:off x="1330977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6" type="subTitle"/>
          </p:nvPr>
        </p:nvSpPr>
        <p:spPr>
          <a:xfrm>
            <a:off x="1330977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7" type="subTitle"/>
          </p:nvPr>
        </p:nvSpPr>
        <p:spPr>
          <a:xfrm>
            <a:off x="1330977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8" type="subTitle"/>
          </p:nvPr>
        </p:nvSpPr>
        <p:spPr>
          <a:xfrm>
            <a:off x="2857500" y="1461175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9" type="subTitle"/>
          </p:nvPr>
        </p:nvSpPr>
        <p:spPr>
          <a:xfrm>
            <a:off x="2857500" y="25262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20" type="subTitle"/>
          </p:nvPr>
        </p:nvSpPr>
        <p:spPr>
          <a:xfrm>
            <a:off x="2857500" y="3992371"/>
            <a:ext cx="21915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7" name="Google Shape;157;p11"/>
          <p:cNvSpPr txBox="1"/>
          <p:nvPr>
            <p:ph idx="21" type="subTitle"/>
          </p:nvPr>
        </p:nvSpPr>
        <p:spPr>
          <a:xfrm>
            <a:off x="2857502" y="287730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1"/>
          <p:cNvSpPr txBox="1"/>
          <p:nvPr>
            <p:ph idx="22" type="subTitle"/>
          </p:nvPr>
        </p:nvSpPr>
        <p:spPr>
          <a:xfrm>
            <a:off x="2857502" y="3195950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9" name="Google Shape;159;p11"/>
          <p:cNvSpPr txBox="1"/>
          <p:nvPr>
            <p:ph idx="23" type="subTitle"/>
          </p:nvPr>
        </p:nvSpPr>
        <p:spPr>
          <a:xfrm>
            <a:off x="2857502" y="3514375"/>
            <a:ext cx="9960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0" name="Google Shape;160;p11"/>
          <p:cNvSpPr txBox="1"/>
          <p:nvPr>
            <p:ph idx="24" type="subTitle"/>
          </p:nvPr>
        </p:nvSpPr>
        <p:spPr>
          <a:xfrm>
            <a:off x="6231050" y="1461175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5" type="subTitle"/>
          </p:nvPr>
        </p:nvSpPr>
        <p:spPr>
          <a:xfrm>
            <a:off x="6231050" y="3257297"/>
            <a:ext cx="2684400" cy="246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2" name="Google Shape;162;p11"/>
          <p:cNvSpPr txBox="1"/>
          <p:nvPr>
            <p:ph idx="26" type="subTitle"/>
          </p:nvPr>
        </p:nvSpPr>
        <p:spPr>
          <a:xfrm>
            <a:off x="6231050" y="180360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7" type="subTitle"/>
          </p:nvPr>
        </p:nvSpPr>
        <p:spPr>
          <a:xfrm>
            <a:off x="6231050" y="2056043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28" type="subTitle"/>
          </p:nvPr>
        </p:nvSpPr>
        <p:spPr>
          <a:xfrm>
            <a:off x="6231050" y="2308487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29" type="subTitle"/>
          </p:nvPr>
        </p:nvSpPr>
        <p:spPr>
          <a:xfrm>
            <a:off x="6231050" y="2560930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idx="30" type="subTitle"/>
          </p:nvPr>
        </p:nvSpPr>
        <p:spPr>
          <a:xfrm>
            <a:off x="6231050" y="2813374"/>
            <a:ext cx="1475700" cy="12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nly">
  <p:cSld name="BLANK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0" name="Google Shape;170;p1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steps">
  <p:cSld name="BLANK_1_1_1_1_3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7" name="Google Shape;177;p1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p13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0" name="Google Shape;180;p13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9" type="subTitle"/>
          </p:nvPr>
        </p:nvSpPr>
        <p:spPr>
          <a:xfrm>
            <a:off x="5554425" y="278952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idx="14" type="subTitle"/>
          </p:nvPr>
        </p:nvSpPr>
        <p:spPr>
          <a:xfrm>
            <a:off x="5659713" y="2324029"/>
            <a:ext cx="1288200" cy="4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Forum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84" name="Google Shape;184;p1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CUSTOM_5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idx="2" type="body"/>
          </p:nvPr>
        </p:nvSpPr>
        <p:spPr>
          <a:xfrm>
            <a:off x="232375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3" type="subTitle"/>
          </p:nvPr>
        </p:nvSpPr>
        <p:spPr>
          <a:xfrm>
            <a:off x="23365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0" name="Google Shape;190;p14"/>
          <p:cNvSpPr txBox="1"/>
          <p:nvPr>
            <p:ph idx="4" type="subTitle"/>
          </p:nvPr>
        </p:nvSpPr>
        <p:spPr>
          <a:xfrm>
            <a:off x="2423700" y="20643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1" name="Google Shape;191;p14"/>
          <p:cNvSpPr txBox="1"/>
          <p:nvPr>
            <p:ph idx="5" type="subTitle"/>
          </p:nvPr>
        </p:nvSpPr>
        <p:spPr>
          <a:xfrm>
            <a:off x="46188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2" name="Google Shape;192;p14"/>
          <p:cNvSpPr txBox="1"/>
          <p:nvPr>
            <p:ph idx="6" type="subTitle"/>
          </p:nvPr>
        </p:nvSpPr>
        <p:spPr>
          <a:xfrm>
            <a:off x="6813900" y="2062800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3" name="Google Shape;193;p14"/>
          <p:cNvSpPr txBox="1"/>
          <p:nvPr>
            <p:ph idx="7" type="body"/>
          </p:nvPr>
        </p:nvSpPr>
        <p:spPr>
          <a:xfrm>
            <a:off x="2423850" y="255705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4" name="Google Shape;194;p14"/>
          <p:cNvSpPr txBox="1"/>
          <p:nvPr>
            <p:ph idx="8" type="body"/>
          </p:nvPr>
        </p:nvSpPr>
        <p:spPr>
          <a:xfrm>
            <a:off x="4615325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5" name="Google Shape;195;p14"/>
          <p:cNvSpPr txBox="1"/>
          <p:nvPr>
            <p:ph idx="9" type="body"/>
          </p:nvPr>
        </p:nvSpPr>
        <p:spPr>
          <a:xfrm>
            <a:off x="6806800" y="2553000"/>
            <a:ext cx="2101200" cy="6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6" name="Google Shape;196;p14"/>
          <p:cNvSpPr txBox="1"/>
          <p:nvPr>
            <p:ph idx="13" type="subTitle"/>
          </p:nvPr>
        </p:nvSpPr>
        <p:spPr>
          <a:xfrm>
            <a:off x="433925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7" name="Google Shape;197;p14"/>
          <p:cNvSpPr txBox="1"/>
          <p:nvPr>
            <p:ph idx="14" type="subTitle"/>
          </p:nvPr>
        </p:nvSpPr>
        <p:spPr>
          <a:xfrm>
            <a:off x="433925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8" name="Google Shape;198;p14"/>
          <p:cNvSpPr txBox="1"/>
          <p:nvPr>
            <p:ph idx="15" type="subTitle"/>
          </p:nvPr>
        </p:nvSpPr>
        <p:spPr>
          <a:xfrm>
            <a:off x="433925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9" name="Google Shape;199;p14"/>
          <p:cNvSpPr txBox="1"/>
          <p:nvPr>
            <p:ph idx="16" type="subTitle"/>
          </p:nvPr>
        </p:nvSpPr>
        <p:spPr>
          <a:xfrm>
            <a:off x="26291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0" name="Google Shape;200;p14"/>
          <p:cNvSpPr txBox="1"/>
          <p:nvPr>
            <p:ph idx="17" type="subTitle"/>
          </p:nvPr>
        </p:nvSpPr>
        <p:spPr>
          <a:xfrm>
            <a:off x="26291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1" name="Google Shape;201;p14"/>
          <p:cNvSpPr txBox="1"/>
          <p:nvPr>
            <p:ph idx="18" type="subTitle"/>
          </p:nvPr>
        </p:nvSpPr>
        <p:spPr>
          <a:xfrm>
            <a:off x="26291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2" name="Google Shape;202;p14"/>
          <p:cNvSpPr txBox="1"/>
          <p:nvPr>
            <p:ph idx="19" type="subTitle"/>
          </p:nvPr>
        </p:nvSpPr>
        <p:spPr>
          <a:xfrm>
            <a:off x="48243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3" name="Google Shape;203;p14"/>
          <p:cNvSpPr txBox="1"/>
          <p:nvPr>
            <p:ph idx="20" type="subTitle"/>
          </p:nvPr>
        </p:nvSpPr>
        <p:spPr>
          <a:xfrm>
            <a:off x="48243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4" name="Google Shape;204;p14"/>
          <p:cNvSpPr txBox="1"/>
          <p:nvPr>
            <p:ph idx="21" type="subTitle"/>
          </p:nvPr>
        </p:nvSpPr>
        <p:spPr>
          <a:xfrm>
            <a:off x="48243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2" type="subTitle"/>
          </p:nvPr>
        </p:nvSpPr>
        <p:spPr>
          <a:xfrm>
            <a:off x="7019513" y="3625550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23" type="subTitle"/>
          </p:nvPr>
        </p:nvSpPr>
        <p:spPr>
          <a:xfrm>
            <a:off x="7019513" y="404615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7" name="Google Shape;207;p14"/>
          <p:cNvSpPr txBox="1"/>
          <p:nvPr>
            <p:ph idx="24" type="subTitle"/>
          </p:nvPr>
        </p:nvSpPr>
        <p:spPr>
          <a:xfrm>
            <a:off x="7019513" y="4464013"/>
            <a:ext cx="1896000" cy="11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8" name="Google Shape;208;p1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09" name="Google Shape;209;p14"/>
          <p:cNvSpPr/>
          <p:nvPr>
            <p:ph idx="25" type="pic"/>
          </p:nvPr>
        </p:nvSpPr>
        <p:spPr>
          <a:xfrm>
            <a:off x="2286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0" name="Google Shape;210;p14"/>
          <p:cNvSpPr/>
          <p:nvPr>
            <p:ph idx="26" type="pic"/>
          </p:nvPr>
        </p:nvSpPr>
        <p:spPr>
          <a:xfrm>
            <a:off x="24237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1" name="Google Shape;211;p14"/>
          <p:cNvSpPr/>
          <p:nvPr>
            <p:ph idx="27" type="pic"/>
          </p:nvPr>
        </p:nvSpPr>
        <p:spPr>
          <a:xfrm>
            <a:off x="46188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2" name="Google Shape;212;p14"/>
          <p:cNvSpPr/>
          <p:nvPr>
            <p:ph idx="28" type="pic"/>
          </p:nvPr>
        </p:nvSpPr>
        <p:spPr>
          <a:xfrm>
            <a:off x="68139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deas w/ image">
  <p:cSld name="CUSTOM_5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/>
          <p:nvPr>
            <p:ph idx="2" type="pic"/>
          </p:nvPr>
        </p:nvSpPr>
        <p:spPr>
          <a:xfrm>
            <a:off x="3019625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5" name="Google Shape;215;p15"/>
          <p:cNvSpPr/>
          <p:nvPr>
            <p:ph idx="3" type="pic"/>
          </p:nvPr>
        </p:nvSpPr>
        <p:spPr>
          <a:xfrm>
            <a:off x="521346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6" name="Google Shape;216;p15"/>
          <p:cNvSpPr/>
          <p:nvPr>
            <p:ph idx="4" type="pic"/>
          </p:nvPr>
        </p:nvSpPr>
        <p:spPr>
          <a:xfrm>
            <a:off x="740731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7" name="Google Shape;217;p15"/>
          <p:cNvSpPr/>
          <p:nvPr>
            <p:ph idx="5" type="pic"/>
          </p:nvPr>
        </p:nvSpPr>
        <p:spPr>
          <a:xfrm>
            <a:off x="827050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8" name="Google Shape;218;p1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15"/>
          <p:cNvSpPr txBox="1"/>
          <p:nvPr>
            <p:ph idx="6" type="subTitle"/>
          </p:nvPr>
        </p:nvSpPr>
        <p:spPr>
          <a:xfrm>
            <a:off x="23365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0" name="Google Shape;220;p15"/>
          <p:cNvSpPr txBox="1"/>
          <p:nvPr>
            <p:ph idx="7" type="subTitle"/>
          </p:nvPr>
        </p:nvSpPr>
        <p:spPr>
          <a:xfrm>
            <a:off x="24237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1" name="Google Shape;221;p15"/>
          <p:cNvSpPr txBox="1"/>
          <p:nvPr>
            <p:ph idx="8" type="subTitle"/>
          </p:nvPr>
        </p:nvSpPr>
        <p:spPr>
          <a:xfrm>
            <a:off x="46188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2" name="Google Shape;222;p15"/>
          <p:cNvSpPr txBox="1"/>
          <p:nvPr>
            <p:ph idx="9" type="subTitle"/>
          </p:nvPr>
        </p:nvSpPr>
        <p:spPr>
          <a:xfrm>
            <a:off x="6813900" y="1897511"/>
            <a:ext cx="2101200" cy="452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3" name="Google Shape;223;p1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24" name="Google Shape;224;p1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5"/>
          <p:cNvSpPr txBox="1"/>
          <p:nvPr>
            <p:ph idx="13" type="subTitle"/>
          </p:nvPr>
        </p:nvSpPr>
        <p:spPr>
          <a:xfrm>
            <a:off x="2286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14" type="subTitle"/>
          </p:nvPr>
        </p:nvSpPr>
        <p:spPr>
          <a:xfrm>
            <a:off x="2286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15" type="subTitle"/>
          </p:nvPr>
        </p:nvSpPr>
        <p:spPr>
          <a:xfrm>
            <a:off x="2286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16" type="subTitle"/>
          </p:nvPr>
        </p:nvSpPr>
        <p:spPr>
          <a:xfrm>
            <a:off x="2286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idx="17" type="subTitle"/>
          </p:nvPr>
        </p:nvSpPr>
        <p:spPr>
          <a:xfrm>
            <a:off x="2286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18" type="subTitle"/>
          </p:nvPr>
        </p:nvSpPr>
        <p:spPr>
          <a:xfrm>
            <a:off x="2286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19" type="subTitle"/>
          </p:nvPr>
        </p:nvSpPr>
        <p:spPr>
          <a:xfrm>
            <a:off x="24237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20" type="subTitle"/>
          </p:nvPr>
        </p:nvSpPr>
        <p:spPr>
          <a:xfrm>
            <a:off x="24237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21" type="subTitle"/>
          </p:nvPr>
        </p:nvSpPr>
        <p:spPr>
          <a:xfrm>
            <a:off x="24237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2" type="subTitle"/>
          </p:nvPr>
        </p:nvSpPr>
        <p:spPr>
          <a:xfrm>
            <a:off x="24237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23" type="subTitle"/>
          </p:nvPr>
        </p:nvSpPr>
        <p:spPr>
          <a:xfrm>
            <a:off x="24237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24" type="subTitle"/>
          </p:nvPr>
        </p:nvSpPr>
        <p:spPr>
          <a:xfrm>
            <a:off x="24237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25" type="subTitle"/>
          </p:nvPr>
        </p:nvSpPr>
        <p:spPr>
          <a:xfrm>
            <a:off x="4618800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26" type="subTitle"/>
          </p:nvPr>
        </p:nvSpPr>
        <p:spPr>
          <a:xfrm>
            <a:off x="4618800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27" type="subTitle"/>
          </p:nvPr>
        </p:nvSpPr>
        <p:spPr>
          <a:xfrm>
            <a:off x="4618800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28" type="subTitle"/>
          </p:nvPr>
        </p:nvSpPr>
        <p:spPr>
          <a:xfrm>
            <a:off x="4618800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29" type="subTitle"/>
          </p:nvPr>
        </p:nvSpPr>
        <p:spPr>
          <a:xfrm>
            <a:off x="4618800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30" type="subTitle"/>
          </p:nvPr>
        </p:nvSpPr>
        <p:spPr>
          <a:xfrm>
            <a:off x="4618800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" name="Google Shape;243;p15"/>
          <p:cNvSpPr txBox="1"/>
          <p:nvPr>
            <p:ph idx="31" type="subTitle"/>
          </p:nvPr>
        </p:nvSpPr>
        <p:spPr>
          <a:xfrm>
            <a:off x="6815568" y="2481621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15"/>
          <p:cNvSpPr txBox="1"/>
          <p:nvPr>
            <p:ph idx="32" type="subTitle"/>
          </p:nvPr>
        </p:nvSpPr>
        <p:spPr>
          <a:xfrm>
            <a:off x="6815568" y="3169379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33" type="subTitle"/>
          </p:nvPr>
        </p:nvSpPr>
        <p:spPr>
          <a:xfrm>
            <a:off x="6815568" y="3857113"/>
            <a:ext cx="2101200" cy="1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34" type="subTitle"/>
          </p:nvPr>
        </p:nvSpPr>
        <p:spPr>
          <a:xfrm>
            <a:off x="6815568" y="2692825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15"/>
          <p:cNvSpPr txBox="1"/>
          <p:nvPr>
            <p:ph idx="35" type="subTitle"/>
          </p:nvPr>
        </p:nvSpPr>
        <p:spPr>
          <a:xfrm>
            <a:off x="6815568" y="3380220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8" name="Google Shape;248;p15"/>
          <p:cNvSpPr txBox="1"/>
          <p:nvPr>
            <p:ph idx="36" type="subTitle"/>
          </p:nvPr>
        </p:nvSpPr>
        <p:spPr>
          <a:xfrm>
            <a:off x="6815568" y="4068356"/>
            <a:ext cx="2101200" cy="1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itle only">
  <p:cSld name="BLANK_1_1_1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1" name="Google Shape;251;p1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>
  <p:cSld name="BLANK_1_1_1_1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5" name="Google Shape;255;p17"/>
          <p:cNvSpPr/>
          <p:nvPr>
            <p:ph idx="2" type="pic"/>
          </p:nvPr>
        </p:nvSpPr>
        <p:spPr>
          <a:xfrm>
            <a:off x="1407350" y="1446450"/>
            <a:ext cx="1500300" cy="71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" name="Google Shape;256;p17"/>
          <p:cNvSpPr txBox="1"/>
          <p:nvPr>
            <p:ph type="title"/>
          </p:nvPr>
        </p:nvSpPr>
        <p:spPr>
          <a:xfrm>
            <a:off x="1028550" y="2023325"/>
            <a:ext cx="7180800" cy="8418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7" name="Google Shape;257;p17"/>
          <p:cNvSpPr/>
          <p:nvPr>
            <p:ph idx="3" type="pic"/>
          </p:nvPr>
        </p:nvSpPr>
        <p:spPr>
          <a:xfrm>
            <a:off x="5316900" y="3181200"/>
            <a:ext cx="763800" cy="763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_1_1_1_1_2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2" name="Google Shape;262;p18"/>
          <p:cNvSpPr txBox="1"/>
          <p:nvPr>
            <p:ph idx="2" type="subTitle"/>
          </p:nvPr>
        </p:nvSpPr>
        <p:spPr>
          <a:xfrm>
            <a:off x="22867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3" name="Google Shape;263;p18"/>
          <p:cNvSpPr txBox="1"/>
          <p:nvPr>
            <p:ph idx="3" type="body"/>
          </p:nvPr>
        </p:nvSpPr>
        <p:spPr>
          <a:xfrm>
            <a:off x="76102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18"/>
          <p:cNvSpPr txBox="1"/>
          <p:nvPr>
            <p:ph idx="4" type="subTitle"/>
          </p:nvPr>
        </p:nvSpPr>
        <p:spPr>
          <a:xfrm>
            <a:off x="3154650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18"/>
          <p:cNvSpPr txBox="1"/>
          <p:nvPr>
            <p:ph idx="5" type="body"/>
          </p:nvPr>
        </p:nvSpPr>
        <p:spPr>
          <a:xfrm>
            <a:off x="3687000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6" name="Google Shape;266;p18"/>
          <p:cNvSpPr txBox="1"/>
          <p:nvPr>
            <p:ph idx="6" type="subTitle"/>
          </p:nvPr>
        </p:nvSpPr>
        <p:spPr>
          <a:xfrm>
            <a:off x="6080625" y="2704139"/>
            <a:ext cx="28347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7" name="Google Shape;267;p18"/>
          <p:cNvSpPr txBox="1"/>
          <p:nvPr>
            <p:ph idx="7" type="body"/>
          </p:nvPr>
        </p:nvSpPr>
        <p:spPr>
          <a:xfrm>
            <a:off x="6612975" y="3339980"/>
            <a:ext cx="1770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8" name="Google Shape;268;p18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0" y="0"/>
            <a:ext cx="2423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72" name="Google Shape;272;p1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3" name="Google Shape;273;p19"/>
          <p:cNvSpPr/>
          <p:nvPr>
            <p:ph idx="2" type="pic"/>
          </p:nvPr>
        </p:nvSpPr>
        <p:spPr>
          <a:xfrm>
            <a:off x="232825" y="457275"/>
            <a:ext cx="1966500" cy="1572900"/>
          </a:xfrm>
          <a:prstGeom prst="roundRect">
            <a:avLst>
              <a:gd fmla="val 20306" name="adj"/>
            </a:avLst>
          </a:prstGeom>
          <a:noFill/>
          <a:ln>
            <a:noFill/>
          </a:ln>
        </p:spPr>
      </p:sp>
      <p:sp>
        <p:nvSpPr>
          <p:cNvPr id="274" name="Google Shape;274;p19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5" name="Google Shape;275;p19"/>
          <p:cNvSpPr txBox="1"/>
          <p:nvPr>
            <p:ph idx="3" type="title"/>
          </p:nvPr>
        </p:nvSpPr>
        <p:spPr>
          <a:xfrm>
            <a:off x="3063300" y="457123"/>
            <a:ext cx="5852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76" name="Google Shape;276;p19"/>
          <p:cNvSpPr txBox="1"/>
          <p:nvPr>
            <p:ph idx="4" type="subTitle"/>
          </p:nvPr>
        </p:nvSpPr>
        <p:spPr>
          <a:xfrm>
            <a:off x="7160650" y="3105434"/>
            <a:ext cx="17547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7" name="Google Shape;277;p19"/>
          <p:cNvSpPr txBox="1"/>
          <p:nvPr>
            <p:ph idx="5" type="body"/>
          </p:nvPr>
        </p:nvSpPr>
        <p:spPr>
          <a:xfrm>
            <a:off x="71606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78" name="Google Shape;278;p19"/>
          <p:cNvSpPr txBox="1"/>
          <p:nvPr>
            <p:ph idx="6" type="subTitle"/>
          </p:nvPr>
        </p:nvSpPr>
        <p:spPr>
          <a:xfrm>
            <a:off x="5056850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9" name="Google Shape;279;p19"/>
          <p:cNvSpPr txBox="1"/>
          <p:nvPr>
            <p:ph idx="7" type="body"/>
          </p:nvPr>
        </p:nvSpPr>
        <p:spPr>
          <a:xfrm>
            <a:off x="5056850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19"/>
          <p:cNvSpPr txBox="1"/>
          <p:nvPr>
            <p:ph idx="8" type="subTitle"/>
          </p:nvPr>
        </p:nvSpPr>
        <p:spPr>
          <a:xfrm>
            <a:off x="3141475" y="3105434"/>
            <a:ext cx="15720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1" name="Google Shape;281;p19"/>
          <p:cNvSpPr txBox="1"/>
          <p:nvPr>
            <p:ph idx="9" type="body"/>
          </p:nvPr>
        </p:nvSpPr>
        <p:spPr>
          <a:xfrm>
            <a:off x="3141475" y="3664400"/>
            <a:ext cx="15720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82" name="Google Shape;282;p19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3">
  <p:cSld name="BLANK_1_1_1_1_1_1_1_1_1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2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6" name="Google Shape;286;p20"/>
          <p:cNvSpPr txBox="1"/>
          <p:nvPr>
            <p:ph idx="2" type="subTitle"/>
          </p:nvPr>
        </p:nvSpPr>
        <p:spPr>
          <a:xfrm>
            <a:off x="6080700" y="455543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7" name="Google Shape;287;p20"/>
          <p:cNvSpPr txBox="1"/>
          <p:nvPr>
            <p:ph type="title"/>
          </p:nvPr>
        </p:nvSpPr>
        <p:spPr>
          <a:xfrm>
            <a:off x="228600" y="372496"/>
            <a:ext cx="3485100" cy="852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8" name="Google Shape;288;p20"/>
          <p:cNvSpPr txBox="1"/>
          <p:nvPr>
            <p:ph idx="3" type="subTitle"/>
          </p:nvPr>
        </p:nvSpPr>
        <p:spPr>
          <a:xfrm>
            <a:off x="6080700" y="1603994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9" name="Google Shape;289;p20"/>
          <p:cNvSpPr txBox="1"/>
          <p:nvPr>
            <p:ph idx="4" type="subTitle"/>
          </p:nvPr>
        </p:nvSpPr>
        <p:spPr>
          <a:xfrm>
            <a:off x="6080700" y="2743467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0" name="Google Shape;290;p20"/>
          <p:cNvSpPr txBox="1"/>
          <p:nvPr>
            <p:ph idx="5" type="subTitle"/>
          </p:nvPr>
        </p:nvSpPr>
        <p:spPr>
          <a:xfrm>
            <a:off x="6080700" y="3943349"/>
            <a:ext cx="3212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1_1_1_1_1_1_1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93" name="Google Shape;293;p21"/>
          <p:cNvSpPr/>
          <p:nvPr>
            <p:ph idx="2" type="pic"/>
          </p:nvPr>
        </p:nvSpPr>
        <p:spPr>
          <a:xfrm>
            <a:off x="5032050" y="460300"/>
            <a:ext cx="3783900" cy="4223400"/>
          </a:xfrm>
          <a:prstGeom prst="roundRect">
            <a:avLst>
              <a:gd fmla="val 10497" name="adj"/>
            </a:avLst>
          </a:prstGeom>
          <a:noFill/>
          <a:ln>
            <a:noFill/>
          </a:ln>
        </p:spPr>
      </p:sp>
      <p:sp>
        <p:nvSpPr>
          <p:cNvPr id="294" name="Google Shape;294;p21"/>
          <p:cNvSpPr txBox="1"/>
          <p:nvPr>
            <p:ph type="title"/>
          </p:nvPr>
        </p:nvSpPr>
        <p:spPr>
          <a:xfrm>
            <a:off x="228600" y="408042"/>
            <a:ext cx="4029600" cy="299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5" name="Google Shape;295;p21"/>
          <p:cNvSpPr txBox="1"/>
          <p:nvPr>
            <p:ph idx="1" type="subTitle"/>
          </p:nvPr>
        </p:nvSpPr>
        <p:spPr>
          <a:xfrm>
            <a:off x="811200" y="3337800"/>
            <a:ext cx="2932500" cy="1345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6" name="Google Shape;296;p2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ink">
  <p:cSld name="CUSTOM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2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0" name="Google Shape;300;p22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2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2" name="Google Shape;302;p2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3" name="Google Shape;303;p22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4" name="Google Shape;304;p22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5" name="Google Shape;305;p22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6" name="Google Shape;306;p2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yellow">
  <p:cSld name="CUSTOM_1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9" name="Google Shape;309;p2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1" name="Google Shape;311;p23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2" name="Google Shape;312;p23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3" name="Google Shape;313;p23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4" name="Google Shape;314;p23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5" name="Google Shape;315;p2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6" name="Google Shape;316;p2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urple">
  <p:cSld name="CUSTOM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9" name="Google Shape;319;p2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20" name="Google Shape;320;p24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1" name="Google Shape;321;p24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3" name="Google Shape;323;p24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4" name="Google Shape;324;p24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5" name="Google Shape;325;p24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6" name="Google Shape;326;p2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">
  <p:cSld name="CUSTOM_1_1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330" name="Google Shape;330;p25"/>
          <p:cNvSpPr txBox="1"/>
          <p:nvPr>
            <p:ph idx="2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3" name="Google Shape;333;p2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7_1_1_1_1_1_1_1_1_1_1_1_1_1_1_1_1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sz="70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2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7" name="Google Shape;337;p26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8" name="Google Shape;338;p26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9" name="Google Shape;339;p26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1" name="Google Shape;341;p26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2" name="Google Shape;342;p26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3" name="Google Shape;343;p26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5" name="Google Shape;345;p26"/>
          <p:cNvSpPr txBox="1"/>
          <p:nvPr>
            <p:ph type="title"/>
          </p:nvPr>
        </p:nvSpPr>
        <p:spPr>
          <a:xfrm>
            <a:off x="228600" y="460100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2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48" name="Google Shape;348;p27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349" name="Google Shape;349;p27"/>
          <p:cNvSpPr txBox="1"/>
          <p:nvPr>
            <p:ph idx="1" type="subTitle"/>
          </p:nvPr>
        </p:nvSpPr>
        <p:spPr>
          <a:xfrm>
            <a:off x="4994900" y="457200"/>
            <a:ext cx="3920400" cy="13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2" name="Google Shape;352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1" name="Google Shape;37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7" name="Google Shape;377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3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3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3" name="Google Shape;383;p3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3" name="Google Shape;393;p4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4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4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0" name="Google Shape;400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1" name="Google Shape;401;p4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4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4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4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8" name="Google Shape;408;p4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4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4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4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4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5" name="Google Shape;425;p4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8" name="Google Shape;428;p4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1" name="Google Shape;431;p4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4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5" name="Google Shape;435;p4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6" name="Google Shape;436;p4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4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4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4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29650" y="511500"/>
            <a:ext cx="6115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orum"/>
              <a:buNone/>
              <a:defRPr sz="3000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291000" y="1562975"/>
            <a:ext cx="37284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/>
        </p:nvSpPr>
        <p:spPr>
          <a:xfrm>
            <a:off x="1157700" y="771825"/>
            <a:ext cx="682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/>
              <a:t>Topic:</a:t>
            </a:r>
            <a:r>
              <a:rPr lang="en" sz="1700"/>
              <a:t> Architecture and Operation of 12-bit ADC in STM32F1 Series</a:t>
            </a:r>
            <a:endParaRPr sz="1700"/>
          </a:p>
        </p:txBody>
      </p:sp>
      <p:sp>
        <p:nvSpPr>
          <p:cNvPr id="455" name="Google Shape;455;p49"/>
          <p:cNvSpPr txBox="1"/>
          <p:nvPr/>
        </p:nvSpPr>
        <p:spPr>
          <a:xfrm>
            <a:off x="3118950" y="16376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Presenter:</a:t>
            </a:r>
            <a:r>
              <a:rPr lang="en" sz="1600"/>
              <a:t> Group-9</a:t>
            </a:r>
            <a:endParaRPr sz="1900"/>
          </a:p>
        </p:txBody>
      </p:sp>
      <p:graphicFrame>
        <p:nvGraphicFramePr>
          <p:cNvPr id="456" name="Google Shape;456;p49"/>
          <p:cNvGraphicFramePr/>
          <p:nvPr/>
        </p:nvGraphicFramePr>
        <p:xfrm>
          <a:off x="1853050" y="234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{E0E155F8-A579-4897-B228-0225B28319EB}</a:tableStyleId>
              </a:tblPr>
              <a:tblGrid>
                <a:gridCol w="2474875"/>
                <a:gridCol w="2474875"/>
              </a:tblGrid>
              <a:tr h="366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Md. Habibur Rahman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2210376108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6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Nadim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 2110276119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6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Naimur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2111076144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6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Md.</a:t>
                      </a:r>
                      <a:r>
                        <a:rPr b="1" lang="en" sz="1100"/>
                        <a:t>Murad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2210376102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0"/>
          <p:cNvSpPr txBox="1"/>
          <p:nvPr/>
        </p:nvSpPr>
        <p:spPr>
          <a:xfrm>
            <a:off x="2856550" y="4961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</a:rPr>
              <a:t>Introduction to STM32 ADC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462" name="Google Shape;462;p50"/>
          <p:cNvSpPr txBox="1"/>
          <p:nvPr/>
        </p:nvSpPr>
        <p:spPr>
          <a:xfrm>
            <a:off x="973500" y="1301625"/>
            <a:ext cx="75630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9142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463" name="Google Shape;46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800" y="1379775"/>
            <a:ext cx="6776425" cy="29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1"/>
          <p:cNvSpPr txBox="1"/>
          <p:nvPr/>
        </p:nvSpPr>
        <p:spPr>
          <a:xfrm>
            <a:off x="1524150" y="116800"/>
            <a:ext cx="60957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16161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Interfacing DS18B20 Temperature Sensor with STM32</a:t>
            </a:r>
            <a:endParaRPr b="1" sz="1850">
              <a:solidFill>
                <a:srgbClr val="16161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highlight>
                <a:schemeClr val="dk1"/>
              </a:highlight>
            </a:endParaRPr>
          </a:p>
        </p:txBody>
      </p:sp>
      <p:pic>
        <p:nvPicPr>
          <p:cNvPr id="469" name="Google Shape;46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8225" y="1105400"/>
            <a:ext cx="6141624" cy="361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2"/>
          <p:cNvSpPr txBox="1"/>
          <p:nvPr/>
        </p:nvSpPr>
        <p:spPr>
          <a:xfrm>
            <a:off x="2538050" y="4961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highlight>
                  <a:schemeClr val="dk1"/>
                </a:highlight>
              </a:rPr>
              <a:t>Introduction to STM32 ADC</a:t>
            </a:r>
            <a:endParaRPr sz="1800">
              <a:solidFill>
                <a:srgbClr val="434343"/>
              </a:solidFill>
              <a:highlight>
                <a:schemeClr val="dk1"/>
              </a:highlight>
            </a:endParaRPr>
          </a:p>
        </p:txBody>
      </p:sp>
      <p:sp>
        <p:nvSpPr>
          <p:cNvPr id="475" name="Google Shape;475;p52"/>
          <p:cNvSpPr txBox="1"/>
          <p:nvPr/>
        </p:nvSpPr>
        <p:spPr>
          <a:xfrm>
            <a:off x="973500" y="1301625"/>
            <a:ext cx="75630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9142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476" name="Google Shape;47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750" y="261625"/>
            <a:ext cx="6769699" cy="478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3"/>
          <p:cNvSpPr txBox="1"/>
          <p:nvPr/>
        </p:nvSpPr>
        <p:spPr>
          <a:xfrm>
            <a:off x="2538050" y="4961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</a:rPr>
              <a:t>Introduction to STM32 ADC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482" name="Google Shape;482;p53"/>
          <p:cNvSpPr txBox="1"/>
          <p:nvPr/>
        </p:nvSpPr>
        <p:spPr>
          <a:xfrm>
            <a:off x="973500" y="1301625"/>
            <a:ext cx="75630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9142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Core Logic</a:t>
            </a:r>
            <a:r>
              <a:rPr lang="en" sz="1100"/>
              <a:t>: It is a 12-bit Successive Approximation (SAR) Analog-to-Digital Converter.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/>
              <a:t>Capacity</a:t>
            </a:r>
            <a:r>
              <a:rPr lang="en" sz="1100"/>
              <a:t>: Supports up to 18 multiplexed channels (16 external and 2 internal sources).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/>
              <a:t>A/D Conversion</a:t>
            </a:r>
            <a:r>
              <a:rPr lang="en" sz="1100"/>
              <a:t>: Converts continuous analog voltage into discrete digital values (0 to 4095).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/>
              <a:t>Internal Sources</a:t>
            </a:r>
            <a:r>
              <a:rPr lang="en" sz="1100"/>
              <a:t>: Includes dedicated channels for the </a:t>
            </a:r>
            <a:r>
              <a:rPr b="1" lang="en" sz="1100"/>
              <a:t>Internal Temperature Sensor</a:t>
            </a:r>
            <a:r>
              <a:rPr lang="en" sz="1100"/>
              <a:t> and </a:t>
            </a:r>
            <a:r>
              <a:rPr b="1" lang="en" sz="1100"/>
              <a:t>Internal Reference Voltage.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/>
              <a:t>Operational Modes</a:t>
            </a:r>
            <a:r>
              <a:rPr lang="en" sz="1100"/>
              <a:t>: Conversion can be performed in </a:t>
            </a:r>
            <a:r>
              <a:rPr b="1" lang="en" sz="1100"/>
              <a:t>Single, Continuous, Scan, or Discontinuous</a:t>
            </a:r>
            <a:r>
              <a:rPr lang="en" sz="1100"/>
              <a:t> modes.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/>
              <a:t>Data Storage</a:t>
            </a:r>
            <a:r>
              <a:rPr lang="en" sz="1100"/>
              <a:t>: Results are stored in a </a:t>
            </a:r>
            <a:r>
              <a:rPr b="1" lang="en" sz="1100"/>
              <a:t>16-bit data register</a:t>
            </a:r>
            <a:r>
              <a:rPr lang="en" sz="1100"/>
              <a:t> with configurable </a:t>
            </a:r>
            <a:r>
              <a:rPr b="1" lang="en" sz="1100"/>
              <a:t>Left-alignment</a:t>
            </a:r>
            <a:r>
              <a:rPr lang="en" sz="1100"/>
              <a:t> or </a:t>
            </a:r>
            <a:r>
              <a:rPr b="1" lang="en" sz="1100"/>
              <a:t>Right-alignment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4"/>
          <p:cNvSpPr txBox="1"/>
          <p:nvPr/>
        </p:nvSpPr>
        <p:spPr>
          <a:xfrm>
            <a:off x="2960050" y="5289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</a:rPr>
              <a:t>       Main Features </a:t>
            </a:r>
            <a:endParaRPr sz="1900">
              <a:solidFill>
                <a:srgbClr val="434343"/>
              </a:solidFill>
            </a:endParaRPr>
          </a:p>
        </p:txBody>
      </p:sp>
      <p:sp>
        <p:nvSpPr>
          <p:cNvPr id="488" name="Google Shape;488;p54"/>
          <p:cNvSpPr txBox="1"/>
          <p:nvPr/>
        </p:nvSpPr>
        <p:spPr>
          <a:xfrm>
            <a:off x="791425" y="1332300"/>
            <a:ext cx="79419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91425" wrap="square" tIns="182875">
            <a:noAutofit/>
          </a:bodyPr>
          <a:lstStyle/>
          <a:p>
            <a:pPr indent="0" lvl="0" marL="0" rtl="0" algn="l">
              <a:lnSpc>
                <a:spcPct val="2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/>
              <a:t>High Performance: </a:t>
            </a:r>
            <a:r>
              <a:rPr lang="en" sz="1100"/>
              <a:t> STM32F103xx performance line devices: 1 µs at 56 MHz (1.17 µs at 72 MHz)</a:t>
            </a:r>
            <a:endParaRPr sz="1100"/>
          </a:p>
          <a:p>
            <a:pPr indent="0" lvl="0" marL="0" rtl="0" algn="l">
              <a:lnSpc>
                <a:spcPct val="2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/>
              <a:t>Wide Input Range:</a:t>
            </a:r>
            <a:r>
              <a:rPr lang="en" sz="1100"/>
              <a:t>ADC input voltage range is </a:t>
            </a:r>
            <a:r>
              <a:rPr b="1" lang="en" sz="1100"/>
              <a:t>VREF− ≤ VIN ≤ VREF+</a:t>
            </a:r>
            <a:endParaRPr b="1" sz="1100"/>
          </a:p>
          <a:p>
            <a:pPr indent="0" lvl="0" marL="0" rtl="0" algn="l">
              <a:lnSpc>
                <a:spcPct val="2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/>
              <a:t>ADC supply requirement:</a:t>
            </a:r>
            <a:r>
              <a:rPr lang="en" sz="1100"/>
              <a:t> 2.4 V to 3.6 V</a:t>
            </a:r>
            <a:endParaRPr sz="1100"/>
          </a:p>
          <a:p>
            <a:pPr indent="0" lvl="0" marL="0" rtl="0" algn="l">
              <a:lnSpc>
                <a:spcPct val="2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/>
              <a:t>Self-C</a:t>
            </a:r>
            <a:r>
              <a:rPr b="1" lang="en" sz="1100"/>
              <a:t>a</a:t>
            </a:r>
            <a:r>
              <a:rPr b="1" lang="en" sz="1100"/>
              <a:t>libration:</a:t>
            </a:r>
            <a:r>
              <a:rPr lang="en" sz="1100"/>
              <a:t>Built-in hardware calibration reduces internal conversion errors</a:t>
            </a:r>
            <a:br>
              <a:rPr lang="en" sz="1100"/>
            </a:br>
            <a:r>
              <a:rPr b="1" lang="en" sz="1100"/>
              <a:t>Data Safety:Analog Watchdog</a:t>
            </a:r>
            <a:r>
              <a:rPr lang="en" sz="1100"/>
              <a:t> monitors input voltage and triggers an alert when limits are crossed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325" y="414025"/>
            <a:ext cx="4519675" cy="4681252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5"/>
          <p:cNvSpPr txBox="1"/>
          <p:nvPr/>
        </p:nvSpPr>
        <p:spPr>
          <a:xfrm>
            <a:off x="2989350" y="570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ADC block diagram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6"/>
          <p:cNvSpPr txBox="1"/>
          <p:nvPr/>
        </p:nvSpPr>
        <p:spPr>
          <a:xfrm>
            <a:off x="3515600" y="3840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lang="en"/>
              <a:t>Table  ADC pins</a:t>
            </a:r>
            <a:endParaRPr/>
          </a:p>
        </p:txBody>
      </p:sp>
      <p:pic>
        <p:nvPicPr>
          <p:cNvPr id="500" name="Google Shape;50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100" y="875075"/>
            <a:ext cx="7221026" cy="339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7"/>
          <p:cNvSpPr txBox="1"/>
          <p:nvPr/>
        </p:nvSpPr>
        <p:spPr>
          <a:xfrm>
            <a:off x="1478200" y="1458575"/>
            <a:ext cx="5919300" cy="19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Power-up:</a:t>
            </a:r>
            <a:r>
              <a:rPr lang="en" sz="1100"/>
              <a:t> Controlled by </a:t>
            </a:r>
            <a:r>
              <a:rPr b="1" lang="en" sz="1100"/>
              <a:t>ADON bit</a:t>
            </a:r>
            <a:r>
              <a:rPr lang="en" sz="1100"/>
              <a:t> in ADC_CR2</a:t>
            </a:r>
            <a:br>
              <a:rPr lang="en" sz="1100"/>
            </a:b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Stabilization</a:t>
            </a:r>
            <a:r>
              <a:rPr lang="en" sz="1100"/>
              <a:t>: Wait </a:t>
            </a:r>
            <a:r>
              <a:rPr b="1" lang="en" sz="1100"/>
              <a:t>t_STAB</a:t>
            </a:r>
            <a:r>
              <a:rPr lang="en" sz="1100"/>
              <a:t> after power-on before first conversion</a:t>
            </a:r>
            <a:br>
              <a:rPr lang="en" sz="1100"/>
            </a:b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Clock Source</a:t>
            </a:r>
            <a:r>
              <a:rPr lang="en" sz="1100"/>
              <a:t>: </a:t>
            </a:r>
            <a:r>
              <a:rPr b="1" lang="en" sz="1100"/>
              <a:t>ADCCLK = </a:t>
            </a:r>
            <a:r>
              <a:rPr b="1" lang="en" sz="1100"/>
              <a:t>PCLK2 </a:t>
            </a:r>
            <a:r>
              <a:rPr b="1" lang="en" sz="1100"/>
              <a:t>/ Prescaler</a:t>
            </a:r>
            <a:r>
              <a:rPr lang="en" sz="1100"/>
              <a:t> (/2, /4, /6, /8)</a:t>
            </a:r>
            <a:br>
              <a:rPr lang="en" sz="1100"/>
            </a:b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Constraint:</a:t>
            </a:r>
            <a:r>
              <a:rPr lang="en" sz="1100"/>
              <a:t> ADCCLK ≤ 14 MHz for 12-bit accuracy</a:t>
            </a:r>
            <a:endParaRPr sz="1100"/>
          </a:p>
        </p:txBody>
      </p:sp>
      <p:sp>
        <p:nvSpPr>
          <p:cNvPr id="506" name="Google Shape;506;p57"/>
          <p:cNvSpPr txBox="1"/>
          <p:nvPr/>
        </p:nvSpPr>
        <p:spPr>
          <a:xfrm>
            <a:off x="2329800" y="59517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On-Off Control &amp; Clock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8"/>
          <p:cNvSpPr txBox="1"/>
          <p:nvPr/>
        </p:nvSpPr>
        <p:spPr>
          <a:xfrm>
            <a:off x="1478200" y="1458575"/>
            <a:ext cx="5919300" cy="19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Power-up:</a:t>
            </a:r>
            <a:r>
              <a:rPr lang="en" sz="1100"/>
              <a:t> Controlled by </a:t>
            </a:r>
            <a:r>
              <a:rPr b="1" lang="en" sz="1100"/>
              <a:t>ADON bit</a:t>
            </a:r>
            <a:r>
              <a:rPr lang="en" sz="1100"/>
              <a:t> in ADC_CR2</a:t>
            </a:r>
            <a:br>
              <a:rPr lang="en" sz="1100"/>
            </a:b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Stabilization</a:t>
            </a:r>
            <a:r>
              <a:rPr lang="en" sz="1100"/>
              <a:t>: Wait </a:t>
            </a:r>
            <a:r>
              <a:rPr b="1" lang="en" sz="1100"/>
              <a:t>t_STAB</a:t>
            </a:r>
            <a:r>
              <a:rPr lang="en" sz="1100"/>
              <a:t> after power-on before first conversion</a:t>
            </a:r>
            <a:br>
              <a:rPr lang="en" sz="1100"/>
            </a:b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Clock Source</a:t>
            </a:r>
            <a:r>
              <a:rPr lang="en" sz="1100"/>
              <a:t>: </a:t>
            </a:r>
            <a:r>
              <a:rPr b="1" lang="en" sz="1100"/>
              <a:t>ADCCLK = APB2 / Prescaler</a:t>
            </a:r>
            <a:r>
              <a:rPr lang="en" sz="1100"/>
              <a:t> (/2, /4, /6, /8)</a:t>
            </a:r>
            <a:br>
              <a:rPr lang="en" sz="1100"/>
            </a:b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Constraint:</a:t>
            </a:r>
            <a:r>
              <a:rPr lang="en" sz="1100"/>
              <a:t> ADCCLK ≤ 14 MHz for 12-bit accuracy</a:t>
            </a:r>
            <a:endParaRPr sz="1100"/>
          </a:p>
        </p:txBody>
      </p:sp>
      <p:sp>
        <p:nvSpPr>
          <p:cNvPr id="512" name="Google Shape;512;p58"/>
          <p:cNvSpPr txBox="1"/>
          <p:nvPr/>
        </p:nvSpPr>
        <p:spPr>
          <a:xfrm>
            <a:off x="2329800" y="59517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On-Off Control &amp; Clock </a:t>
            </a:r>
            <a:endParaRPr/>
          </a:p>
        </p:txBody>
      </p:sp>
      <p:pic>
        <p:nvPicPr>
          <p:cNvPr id="513" name="Google Shape;51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225" y="269300"/>
            <a:ext cx="8607651" cy="460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9"/>
          <p:cNvSpPr txBox="1"/>
          <p:nvPr/>
        </p:nvSpPr>
        <p:spPr>
          <a:xfrm>
            <a:off x="1432400" y="950000"/>
            <a:ext cx="5919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19" name="Google Shape;519;p59"/>
          <p:cNvSpPr txBox="1"/>
          <p:nvPr/>
        </p:nvSpPr>
        <p:spPr>
          <a:xfrm>
            <a:off x="2329800" y="365850"/>
            <a:ext cx="4277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        Channel Selection &amp; Basic Modes </a:t>
            </a:r>
            <a:endParaRPr b="1" sz="1700"/>
          </a:p>
        </p:txBody>
      </p:sp>
      <p:sp>
        <p:nvSpPr>
          <p:cNvPr id="520" name="Google Shape;520;p59"/>
          <p:cNvSpPr txBox="1"/>
          <p:nvPr/>
        </p:nvSpPr>
        <p:spPr>
          <a:xfrm>
            <a:off x="2184500" y="1271250"/>
            <a:ext cx="5638200" cy="23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Channel Mapping:</a:t>
            </a:r>
            <a:r>
              <a:rPr lang="en" sz="1100"/>
              <a:t> ADC_IN0 → ADC_IN15 + internal sensors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Single Conversion:</a:t>
            </a:r>
            <a:r>
              <a:rPr lang="en" sz="1100"/>
              <a:t> Converts one channel, then stops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Continuous Conversion:</a:t>
            </a:r>
            <a:r>
              <a:rPr lang="en" sz="1100"/>
              <a:t> Automatically converts the selected channel repeatedly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Scan Mode:</a:t>
            </a:r>
            <a:r>
              <a:rPr lang="en" sz="1100"/>
              <a:t> Converts a programmed sequence of channels defined in ADC_SQRx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Discontinuous Mode:</a:t>
            </a:r>
            <a:r>
              <a:rPr lang="en" sz="1100"/>
              <a:t> Converts the scan sequence in small groups; conversion pauses after a fixed number of channels and resumes on the next trigger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175" y="370550"/>
            <a:ext cx="7469549" cy="431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300" y="228600"/>
            <a:ext cx="704130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175" y="287800"/>
            <a:ext cx="6717350" cy="43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3"/>
          <p:cNvSpPr txBox="1"/>
          <p:nvPr/>
        </p:nvSpPr>
        <p:spPr>
          <a:xfrm>
            <a:off x="4441150" y="2110400"/>
            <a:ext cx="55662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Hardware feature of ADC for voltage monitoring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Uses </a:t>
            </a:r>
            <a:r>
              <a:rPr b="1" lang="en" sz="1100"/>
              <a:t>Upper and Lower threshold limits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Continuously checks input voltage during conversion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Generates </a:t>
            </a:r>
            <a:r>
              <a:rPr b="1" lang="en" sz="1100"/>
              <a:t>interrupt</a:t>
            </a:r>
            <a:r>
              <a:rPr lang="en" sz="1100"/>
              <a:t> if voltage crosses limits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Used for safety and over/under-voltage detection</a:t>
            </a:r>
            <a:endParaRPr sz="1100"/>
          </a:p>
        </p:txBody>
      </p:sp>
      <p:sp>
        <p:nvSpPr>
          <p:cNvPr id="541" name="Google Shape;541;p63"/>
          <p:cNvSpPr txBox="1"/>
          <p:nvPr/>
        </p:nvSpPr>
        <p:spPr>
          <a:xfrm>
            <a:off x="3564700" y="60827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Analog Watchdog</a:t>
            </a:r>
            <a:endParaRPr b="1" sz="1700"/>
          </a:p>
        </p:txBody>
      </p:sp>
      <p:pic>
        <p:nvPicPr>
          <p:cNvPr id="542" name="Google Shape;54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19" y="1562125"/>
            <a:ext cx="4058476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4"/>
          <p:cNvSpPr txBox="1"/>
          <p:nvPr/>
        </p:nvSpPr>
        <p:spPr>
          <a:xfrm>
            <a:off x="0" y="0"/>
            <a:ext cx="793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48" name="Google Shape;548;p64"/>
          <p:cNvSpPr txBox="1"/>
          <p:nvPr/>
        </p:nvSpPr>
        <p:spPr>
          <a:xfrm>
            <a:off x="2047950" y="1801500"/>
            <a:ext cx="49542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Special ADC channels with </a:t>
            </a:r>
            <a:r>
              <a:rPr b="1" lang="en" sz="1100"/>
              <a:t>higher priority</a:t>
            </a:r>
            <a:endParaRPr b="1" sz="1100"/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Can </a:t>
            </a:r>
            <a:r>
              <a:rPr b="1" lang="en" sz="1100"/>
              <a:t>interrupt regular ADC conversions</a:t>
            </a:r>
            <a:endParaRPr b="1" sz="1100"/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Used for </a:t>
            </a:r>
            <a:r>
              <a:rPr b="1" lang="en" sz="1100"/>
              <a:t>urgent or time-critical measurements</a:t>
            </a:r>
            <a:endParaRPr b="1" sz="1100"/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Results stored in </a:t>
            </a:r>
            <a:r>
              <a:rPr b="1" lang="en" sz="1100"/>
              <a:t>injected data registers</a:t>
            </a:r>
            <a:endParaRPr b="1" sz="1100"/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Common in motor control and real-time systems</a:t>
            </a:r>
            <a:endParaRPr/>
          </a:p>
        </p:txBody>
      </p:sp>
      <p:sp>
        <p:nvSpPr>
          <p:cNvPr id="549" name="Google Shape;549;p64"/>
          <p:cNvSpPr txBox="1"/>
          <p:nvPr/>
        </p:nvSpPr>
        <p:spPr>
          <a:xfrm>
            <a:off x="2799450" y="105957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      </a:t>
            </a:r>
            <a:r>
              <a:rPr b="1" lang="en" sz="1700"/>
              <a:t>Injected Channels</a:t>
            </a:r>
            <a:endParaRPr b="1"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5"/>
          <p:cNvSpPr txBox="1"/>
          <p:nvPr/>
        </p:nvSpPr>
        <p:spPr>
          <a:xfrm>
            <a:off x="0" y="0"/>
            <a:ext cx="793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55" name="Google Shape;555;p65"/>
          <p:cNvSpPr txBox="1"/>
          <p:nvPr/>
        </p:nvSpPr>
        <p:spPr>
          <a:xfrm>
            <a:off x="4994250" y="1053075"/>
            <a:ext cx="495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65"/>
          <p:cNvSpPr txBox="1"/>
          <p:nvPr/>
        </p:nvSpPr>
        <p:spPr>
          <a:xfrm>
            <a:off x="2838700" y="3008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      Injected Channels</a:t>
            </a:r>
            <a:endParaRPr b="1" sz="1700"/>
          </a:p>
        </p:txBody>
      </p:sp>
      <p:pic>
        <p:nvPicPr>
          <p:cNvPr id="557" name="Google Shape;55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900" y="1248850"/>
            <a:ext cx="6494976" cy="28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6"/>
          <p:cNvSpPr txBox="1"/>
          <p:nvPr/>
        </p:nvSpPr>
        <p:spPr>
          <a:xfrm>
            <a:off x="1524000" y="1801500"/>
            <a:ext cx="67566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The STM32F103 ADC has </a:t>
            </a:r>
            <a:r>
              <a:rPr b="1" lang="en" sz="1100"/>
              <a:t>built-in self-calibration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Reduces errors from </a:t>
            </a:r>
            <a:r>
              <a:rPr b="1" lang="en" sz="1100"/>
              <a:t>internal capacitor variations</a:t>
            </a:r>
            <a:r>
              <a:rPr lang="en" sz="1100"/>
              <a:t> → improves accuracy.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How to start:</a:t>
            </a:r>
            <a:br>
              <a:rPr b="1" lang="en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Set the </a:t>
            </a:r>
            <a:r>
              <a:rPr b="1" lang="en" sz="1100"/>
              <a:t>CAL bit</a:t>
            </a:r>
            <a:r>
              <a:rPr lang="en" sz="1100"/>
              <a:t> in </a:t>
            </a:r>
            <a:r>
              <a:rPr b="1" lang="en" sz="1100"/>
              <a:t>ADC_CR2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After calibration, CAL bit resets automatically → ADC ready for normal conversions.</a:t>
            </a:r>
            <a:endParaRPr sz="1100"/>
          </a:p>
        </p:txBody>
      </p:sp>
      <p:sp>
        <p:nvSpPr>
          <p:cNvPr id="563" name="Google Shape;563;p66"/>
          <p:cNvSpPr txBox="1"/>
          <p:nvPr/>
        </p:nvSpPr>
        <p:spPr>
          <a:xfrm>
            <a:off x="2727500" y="11050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/>
              <a:t>                      Calibration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7"/>
          <p:cNvSpPr txBox="1"/>
          <p:nvPr/>
        </p:nvSpPr>
        <p:spPr>
          <a:xfrm>
            <a:off x="1432425" y="845700"/>
            <a:ext cx="675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69" name="Google Shape;569;p67"/>
          <p:cNvSpPr txBox="1"/>
          <p:nvPr/>
        </p:nvSpPr>
        <p:spPr>
          <a:xfrm>
            <a:off x="2734050" y="228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/>
              <a:t>                     Calibration</a:t>
            </a:r>
            <a:endParaRPr b="1"/>
          </a:p>
        </p:txBody>
      </p:sp>
      <p:pic>
        <p:nvPicPr>
          <p:cNvPr id="570" name="Google Shape;57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800" y="1131550"/>
            <a:ext cx="7306025" cy="355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8"/>
          <p:cNvSpPr txBox="1"/>
          <p:nvPr/>
        </p:nvSpPr>
        <p:spPr>
          <a:xfrm>
            <a:off x="1423850" y="1627500"/>
            <a:ext cx="7345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ALIGN bit (ADC_CR2)</a:t>
            </a:r>
            <a:r>
              <a:rPr lang="en" sz="1100"/>
              <a:t> determines how conversion results are stored.</a:t>
            </a:r>
            <a:endParaRPr sz="1100"/>
          </a:p>
          <a:p>
            <a:pPr indent="-29845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Right Alignment:</a:t>
            </a:r>
            <a:endParaRPr b="1" sz="1100"/>
          </a:p>
          <a:p>
            <a:pPr indent="-298450" lvl="1" marL="9144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12-bit data → bits </a:t>
            </a:r>
            <a:r>
              <a:rPr b="1" lang="en" sz="1100"/>
              <a:t>[11:0]</a:t>
            </a:r>
            <a:endParaRPr b="1" sz="1100"/>
          </a:p>
          <a:p>
            <a:pPr indent="-298450" lvl="1" marL="9144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Ideal for </a:t>
            </a:r>
            <a:r>
              <a:rPr b="1" lang="en" sz="1100"/>
              <a:t>standard 12-bit readings</a:t>
            </a:r>
            <a:endParaRPr sz="1100"/>
          </a:p>
          <a:p>
            <a:pPr indent="-29845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Left Alignment:</a:t>
            </a:r>
            <a:endParaRPr b="1" sz="1100"/>
          </a:p>
          <a:p>
            <a:pPr indent="-298450" lvl="1" marL="9144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12-bit data → bits </a:t>
            </a:r>
            <a:r>
              <a:rPr b="1" lang="en" sz="1100"/>
              <a:t>[15:4]</a:t>
            </a:r>
            <a:endParaRPr b="1" sz="1100"/>
          </a:p>
          <a:p>
            <a:pPr indent="-298450" lvl="1" marL="91440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SzPts val="1100"/>
              <a:buChar char="○"/>
            </a:pPr>
            <a:r>
              <a:rPr lang="en" sz="1100"/>
              <a:t>Useful for </a:t>
            </a:r>
            <a:r>
              <a:rPr b="1" lang="en" sz="1100"/>
              <a:t>8-bit equivalent readings</a:t>
            </a:r>
            <a:br>
              <a:rPr b="1" lang="en" sz="1100"/>
            </a:br>
            <a:endParaRPr sz="1100"/>
          </a:p>
        </p:txBody>
      </p:sp>
      <p:sp>
        <p:nvSpPr>
          <p:cNvPr id="576" name="Google Shape;576;p68"/>
          <p:cNvSpPr txBox="1"/>
          <p:nvPr/>
        </p:nvSpPr>
        <p:spPr>
          <a:xfrm>
            <a:off x="2946575" y="7976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600"/>
              <a:t> Data Alignment </a:t>
            </a:r>
            <a:endParaRPr b="1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9"/>
          <p:cNvSpPr txBox="1"/>
          <p:nvPr/>
        </p:nvSpPr>
        <p:spPr>
          <a:xfrm>
            <a:off x="750125" y="864750"/>
            <a:ext cx="73452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82" name="Google Shape;582;p69"/>
          <p:cNvSpPr txBox="1"/>
          <p:nvPr/>
        </p:nvSpPr>
        <p:spPr>
          <a:xfrm>
            <a:off x="3025050" y="2416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600"/>
              <a:t> </a:t>
            </a:r>
            <a:r>
              <a:rPr b="1" lang="en" sz="1600"/>
              <a:t>Data Alignment </a:t>
            </a:r>
            <a:endParaRPr b="1" sz="1600"/>
          </a:p>
        </p:txBody>
      </p:sp>
      <p:pic>
        <p:nvPicPr>
          <p:cNvPr id="583" name="Google Shape;5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600" y="864750"/>
            <a:ext cx="6937800" cy="444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0"/>
          <p:cNvSpPr txBox="1"/>
          <p:nvPr/>
        </p:nvSpPr>
        <p:spPr>
          <a:xfrm>
            <a:off x="1079225" y="1196975"/>
            <a:ext cx="7319100" cy="2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Concept:</a:t>
            </a:r>
            <a:br>
              <a:rPr b="1" lang="en" sz="1100"/>
            </a:br>
            <a:r>
              <a:rPr lang="en" sz="1100"/>
              <a:t> Each ADC channel can have its own sampling time.</a:t>
            </a:r>
            <a:br>
              <a:rPr lang="en" sz="1100"/>
            </a:br>
            <a:r>
              <a:rPr lang="en" sz="1100"/>
              <a:t> The sampling time is controlled using </a:t>
            </a:r>
            <a:r>
              <a:rPr b="1" lang="en" sz="1100"/>
              <a:t>SMP[2:0]</a:t>
            </a:r>
            <a:r>
              <a:rPr lang="en" sz="1100"/>
              <a:t> bits in </a:t>
            </a:r>
            <a:r>
              <a:rPr b="1" lang="en" sz="1100"/>
              <a:t>ADC_SMPR1</a:t>
            </a:r>
            <a:r>
              <a:rPr lang="en" sz="1100"/>
              <a:t> and </a:t>
            </a:r>
            <a:r>
              <a:rPr b="1" lang="en" sz="1100"/>
              <a:t>ADC_SMPR2</a:t>
            </a:r>
            <a:r>
              <a:rPr lang="en" sz="1100"/>
              <a:t> registers.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Total Conversion Time: </a:t>
            </a:r>
            <a:r>
              <a:rPr lang="en" sz="1100"/>
              <a:t> </a:t>
            </a:r>
            <a:r>
              <a:rPr lang="en" sz="1100"/>
              <a:t>Tconv​=Sampling time+12.5 cycles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Example: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ADCCLK</a:t>
            </a:r>
            <a:r>
              <a:rPr lang="en" sz="1100"/>
              <a:t> = 14 MH</a:t>
            </a:r>
            <a:r>
              <a:rPr lang="en" sz="1100"/>
              <a:t>z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Sampling time</a:t>
            </a:r>
            <a:r>
              <a:rPr lang="en" sz="1100"/>
              <a:t> = 1.5 cycles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Tconv</a:t>
            </a:r>
            <a:r>
              <a:rPr lang="en" sz="1100"/>
              <a:t> = 1.5 + 12.5 = 14 cycles ≈ 1 µs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Sampling Cycles: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Programmable from </a:t>
            </a:r>
            <a:r>
              <a:rPr b="1" lang="en" sz="1100"/>
              <a:t>1.5 → 239.5 cycles per channel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Accuracy:</a:t>
            </a:r>
            <a:br>
              <a:rPr b="1" lang="en" sz="1100"/>
            </a:br>
            <a:r>
              <a:rPr lang="en" sz="1100"/>
              <a:t>Longer sampling → </a:t>
            </a:r>
            <a:r>
              <a:rPr b="1" lang="en" sz="1100"/>
              <a:t>higher accuracy</a:t>
            </a:r>
            <a:r>
              <a:rPr lang="en" sz="1100"/>
              <a:t>, especially for </a:t>
            </a:r>
            <a:r>
              <a:rPr b="1" lang="en" sz="1100"/>
              <a:t>high-impedance sources</a:t>
            </a:r>
            <a:endParaRPr b="1" sz="1100"/>
          </a:p>
        </p:txBody>
      </p:sp>
      <p:sp>
        <p:nvSpPr>
          <p:cNvPr id="589" name="Google Shape;589;p70"/>
          <p:cNvSpPr txBox="1"/>
          <p:nvPr/>
        </p:nvSpPr>
        <p:spPr>
          <a:xfrm>
            <a:off x="2380875" y="346675"/>
            <a:ext cx="383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Programmable Sample Time</a:t>
            </a:r>
            <a:endParaRPr b="1"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4" name="Google Shape;594;p71"/>
          <p:cNvGraphicFramePr/>
          <p:nvPr/>
        </p:nvGraphicFramePr>
        <p:xfrm>
          <a:off x="1382050" y="90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{65600BCB-E675-444F-A35C-862C84769EA0}</a:tableStyleId>
              </a:tblPr>
              <a:tblGrid>
                <a:gridCol w="772300"/>
                <a:gridCol w="852975"/>
                <a:gridCol w="2628100"/>
                <a:gridCol w="16598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Method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CPU Load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Pros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Cons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Polling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Easy to implement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CPU waits, inefficient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Interrupt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CPU efficient, multi-task friendly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Slight overhead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DMA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Continuous acquisition, high-speed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Setup complexity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5" name="Google Shape;595;p71"/>
          <p:cNvSpPr txBox="1"/>
          <p:nvPr/>
        </p:nvSpPr>
        <p:spPr>
          <a:xfrm>
            <a:off x="2805963" y="340125"/>
            <a:ext cx="30000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Methods to Read ADC Data</a:t>
            </a:r>
            <a:endParaRPr b="1"/>
          </a:p>
        </p:txBody>
      </p:sp>
      <p:sp>
        <p:nvSpPr>
          <p:cNvPr id="596" name="Google Shape;596;p71"/>
          <p:cNvSpPr txBox="1"/>
          <p:nvPr/>
        </p:nvSpPr>
        <p:spPr>
          <a:xfrm>
            <a:off x="1827075" y="3446975"/>
            <a:ext cx="4957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DMA moves data directly to SRAM without CPU involvement</a:t>
            </a:r>
            <a:br>
              <a:rPr lang="en" sz="1100"/>
            </a:b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Ideal for </a:t>
            </a:r>
            <a:r>
              <a:rPr b="1" lang="en" sz="1100"/>
              <a:t>real-time multi-channel acquisition</a:t>
            </a:r>
            <a:endParaRPr b="1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2"/>
          <p:cNvSpPr txBox="1"/>
          <p:nvPr/>
        </p:nvSpPr>
        <p:spPr>
          <a:xfrm>
            <a:off x="1576325" y="1044000"/>
            <a:ext cx="6272700" cy="4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External Sensors:</a:t>
            </a:r>
            <a:r>
              <a:rPr lang="en" sz="1100"/>
              <a:t> LM35 (Temp), LDR (Light), Potentiometers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Internal Temp Sensor:</a:t>
            </a:r>
            <a:r>
              <a:rPr lang="en" sz="1100"/>
              <a:t> ADC_IN16 → monitor chip health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VREFINT:</a:t>
            </a:r>
            <a:r>
              <a:rPr lang="en" sz="1100"/>
              <a:t> ADC_IN17 → calibration reference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Conversion Formula:</a:t>
            </a:r>
            <a:br>
              <a:rPr b="1" lang="en" sz="1100"/>
            </a:br>
            <a:r>
              <a:rPr b="1" lang="en" sz="1100"/>
              <a:t>                      </a:t>
            </a:r>
            <a:r>
              <a:rPr b="1" lang="en" sz="1100"/>
              <a:t>VIN​=(ADC Value×VREF)/4095 ​​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 Explanation: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V_IN:</a:t>
            </a:r>
            <a:r>
              <a:rPr lang="en" sz="1100"/>
              <a:t> Measured input voltage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ADC Value:</a:t>
            </a:r>
            <a:r>
              <a:rPr lang="en" sz="1100"/>
              <a:t> 12-bit ADC reading (0 → 4095)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V_REF:</a:t>
            </a:r>
            <a:r>
              <a:rPr lang="en" sz="1100"/>
              <a:t> Reference voltage used by ADC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Example: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ADC Value = 2048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VREF = 3.3V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VIN​=(2048×3.3)/4095​≈1.65 V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/>
              <a:t> </a:t>
            </a:r>
            <a:endParaRPr b="1" sz="1100"/>
          </a:p>
        </p:txBody>
      </p:sp>
      <p:sp>
        <p:nvSpPr>
          <p:cNvPr id="602" name="Google Shape;602;p72"/>
          <p:cNvSpPr txBox="1"/>
          <p:nvPr/>
        </p:nvSpPr>
        <p:spPr>
          <a:xfrm>
            <a:off x="2086500" y="457200"/>
            <a:ext cx="4572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 Sensor Interfacing &amp; Internal Sensors</a:t>
            </a:r>
            <a:endParaRPr b="1" sz="17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3"/>
          <p:cNvSpPr txBox="1"/>
          <p:nvPr/>
        </p:nvSpPr>
        <p:spPr>
          <a:xfrm>
            <a:off x="1707425" y="824150"/>
            <a:ext cx="8156400" cy="47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1. Control Registers – </a:t>
            </a:r>
            <a:r>
              <a:rPr b="1" i="1" lang="en" sz="1300"/>
              <a:t>ADC_CR1, ADC_CR2</a:t>
            </a:r>
            <a:endParaRPr b="1" i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Purpose:</a:t>
            </a:r>
            <a:r>
              <a:rPr lang="en" sz="1100"/>
              <a:t> Configure ADC behavior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ADC_CR1 Key Bits: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SCAN:</a:t>
            </a:r>
            <a:r>
              <a:rPr lang="en" sz="1100"/>
              <a:t> Scan mode enable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AWD:</a:t>
            </a:r>
            <a:r>
              <a:rPr lang="en" sz="1100"/>
              <a:t> Analog watchdog enable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EOCIE:</a:t>
            </a:r>
            <a:r>
              <a:rPr lang="en" sz="1100"/>
              <a:t> End-of-conversion interrupt enable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ADC_CR2 Key Bits: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ADON:</a:t>
            </a:r>
            <a:r>
              <a:rPr lang="en" sz="1100"/>
              <a:t> ADC enable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CONT:</a:t>
            </a:r>
            <a:r>
              <a:rPr lang="en" sz="1100"/>
              <a:t> Continuous conversion mode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DMA:</a:t>
            </a:r>
            <a:r>
              <a:rPr lang="en" sz="1100"/>
              <a:t> DMA enable for ADC data transfer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ALIGN:</a:t>
            </a:r>
            <a:r>
              <a:rPr lang="en" sz="1100"/>
              <a:t> Data alignment (Right/Left)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2. Status Register – </a:t>
            </a:r>
            <a:r>
              <a:rPr b="1" i="1" lang="en" sz="1300"/>
              <a:t>ADC_SR</a:t>
            </a:r>
            <a:endParaRPr b="1" i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Purpose:</a:t>
            </a:r>
            <a:r>
              <a:rPr lang="en" sz="1100"/>
              <a:t> Indicates ADC status and events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Key Flags:</a:t>
            </a: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EOC:</a:t>
            </a:r>
            <a:r>
              <a:rPr lang="en" sz="1100"/>
              <a:t> End of conversion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AWD:</a:t>
            </a:r>
            <a:r>
              <a:rPr lang="en" sz="1100"/>
              <a:t> Analog watchdog triggered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JEOC:</a:t>
            </a:r>
            <a:r>
              <a:rPr lang="en" sz="1100"/>
              <a:t> End of injected conversion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OVR:</a:t>
            </a:r>
            <a:r>
              <a:rPr lang="en" sz="1100"/>
              <a:t> Overrun flag</a:t>
            </a:r>
            <a:endParaRPr sz="11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100"/>
            </a:br>
            <a:endParaRPr sz="1100"/>
          </a:p>
        </p:txBody>
      </p:sp>
      <p:sp>
        <p:nvSpPr>
          <p:cNvPr id="608" name="Google Shape;608;p73"/>
          <p:cNvSpPr txBox="1"/>
          <p:nvPr/>
        </p:nvSpPr>
        <p:spPr>
          <a:xfrm>
            <a:off x="2753650" y="1550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STM32 ADC Register Map</a:t>
            </a:r>
            <a:endParaRPr b="1" sz="17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4"/>
          <p:cNvSpPr txBox="1"/>
          <p:nvPr/>
        </p:nvSpPr>
        <p:spPr>
          <a:xfrm>
            <a:off x="994200" y="516725"/>
            <a:ext cx="5847600" cy="26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3. Data Registers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Regular Data:</a:t>
            </a:r>
            <a:r>
              <a:rPr lang="en" sz="1100"/>
              <a:t> </a:t>
            </a:r>
            <a:r>
              <a:rPr i="1" lang="en" sz="1100"/>
              <a:t>ADC_DR</a:t>
            </a:r>
            <a:br>
              <a:rPr i="1" lang="en" sz="1100"/>
            </a:br>
            <a:endParaRPr i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Stores result of regular channel conversion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12-bit value (0–4095)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Injected Data:</a:t>
            </a:r>
            <a:r>
              <a:rPr lang="en" sz="1100"/>
              <a:t> </a:t>
            </a:r>
            <a:r>
              <a:rPr i="1" lang="en" sz="1100"/>
              <a:t>ADC_JDRx</a:t>
            </a:r>
            <a:br>
              <a:rPr i="1" lang="en" sz="1100"/>
            </a:br>
            <a:endParaRPr i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Stores result of injected channel conversion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Useful for priority conversions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5"/>
          <p:cNvSpPr txBox="1"/>
          <p:nvPr/>
        </p:nvSpPr>
        <p:spPr>
          <a:xfrm>
            <a:off x="1779100" y="1040000"/>
            <a:ext cx="51543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Temperature sensing (LM35, TMP36)</a:t>
            </a:r>
            <a:endParaRPr sz="1100"/>
          </a:p>
          <a:p>
            <a:pPr indent="-29845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Light / Gas sensors (LDR, MQ-series)</a:t>
            </a:r>
            <a:endParaRPr sz="1100"/>
          </a:p>
          <a:p>
            <a:pPr indent="-29845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Battery voltage monitoring</a:t>
            </a:r>
            <a:endParaRPr sz="1100"/>
          </a:p>
          <a:p>
            <a:pPr indent="-29845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IoT data acquisition</a:t>
            </a:r>
            <a:endParaRPr sz="1100"/>
          </a:p>
          <a:p>
            <a:pPr indent="-29845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Real-time embedded systems</a:t>
            </a:r>
            <a:endParaRPr sz="1100"/>
          </a:p>
        </p:txBody>
      </p:sp>
      <p:sp>
        <p:nvSpPr>
          <p:cNvPr id="619" name="Google Shape;619;p75"/>
          <p:cNvSpPr txBox="1"/>
          <p:nvPr/>
        </p:nvSpPr>
        <p:spPr>
          <a:xfrm>
            <a:off x="2712300" y="385950"/>
            <a:ext cx="3813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Applications of STM32 ADC</a:t>
            </a:r>
            <a:endParaRPr/>
          </a:p>
        </p:txBody>
      </p:sp>
      <p:sp>
        <p:nvSpPr>
          <p:cNvPr id="620" name="Google Shape;620;p75"/>
          <p:cNvSpPr txBox="1"/>
          <p:nvPr/>
        </p:nvSpPr>
        <p:spPr>
          <a:xfrm>
            <a:off x="1779100" y="2682850"/>
            <a:ext cx="46614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Limitations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No DAC output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Sensitive to noise → proper grounding required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Dependent on VREF stability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Limited sampling speed compared to higher-end MCUs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6"/>
          <p:cNvSpPr txBox="1"/>
          <p:nvPr/>
        </p:nvSpPr>
        <p:spPr>
          <a:xfrm>
            <a:off x="2667750" y="1895400"/>
            <a:ext cx="3902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T</a:t>
            </a:r>
            <a:r>
              <a:rPr lang="en" sz="5200"/>
              <a:t>hank you</a:t>
            </a:r>
            <a:endParaRPr sz="5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ing Plan Presentation [Style 2]">
  <a:themeElements>
    <a:clrScheme name="Simple Light">
      <a:dk1>
        <a:srgbClr val="F9F9F9"/>
      </a:dk1>
      <a:lt1>
        <a:srgbClr val="101010"/>
      </a:lt1>
      <a:dk2>
        <a:srgbClr val="E6E8FF"/>
      </a:dk2>
      <a:lt2>
        <a:srgbClr val="C6B9F1"/>
      </a:lt2>
      <a:accent1>
        <a:srgbClr val="E11444"/>
      </a:accent1>
      <a:accent2>
        <a:srgbClr val="FCE82E"/>
      </a:accent2>
      <a:accent3>
        <a:srgbClr val="FFE6D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