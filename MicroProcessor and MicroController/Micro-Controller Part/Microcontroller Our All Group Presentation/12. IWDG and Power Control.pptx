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Canva Sans Bold" charset="1" panose="020B0803030501040103"/>
      <p:regular r:id="rId27"/>
    </p:embeddedFont>
    <p:embeddedFont>
      <p:font typeface="Open Sans Bold" charset="1" panose="020B0806030504020204"/>
      <p:regular r:id="rId28"/>
    </p:embeddedFont>
    <p:embeddedFont>
      <p:font typeface="Open Sans" charset="1" panose="020B0606030504020204"/>
      <p:regular r:id="rId29"/>
    </p:embeddedFont>
    <p:embeddedFont>
      <p:font typeface="Poppins" charset="1" panose="000005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95961" y="5935345"/>
            <a:ext cx="8126677" cy="8126677"/>
          </a:xfrm>
          <a:custGeom>
            <a:avLst/>
            <a:gdLst/>
            <a:ahLst/>
            <a:cxnLst/>
            <a:rect r="r" b="b" t="t" l="l"/>
            <a:pathLst>
              <a:path h="8126677" w="8126677">
                <a:moveTo>
                  <a:pt x="0" y="0"/>
                </a:moveTo>
                <a:lnTo>
                  <a:pt x="8126678" y="0"/>
                </a:lnTo>
                <a:lnTo>
                  <a:pt x="8126678" y="8126677"/>
                </a:lnTo>
                <a:lnTo>
                  <a:pt x="0" y="812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50137" y="-174299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4970" y="-138782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97411" y="6527357"/>
            <a:ext cx="6723778" cy="6723778"/>
          </a:xfrm>
          <a:custGeom>
            <a:avLst/>
            <a:gdLst/>
            <a:ahLst/>
            <a:cxnLst/>
            <a:rect r="r" b="b" t="t" l="l"/>
            <a:pathLst>
              <a:path h="6723778" w="6723778">
                <a:moveTo>
                  <a:pt x="0" y="0"/>
                </a:moveTo>
                <a:lnTo>
                  <a:pt x="6723778" y="0"/>
                </a:lnTo>
                <a:lnTo>
                  <a:pt x="6723778" y="6723779"/>
                </a:lnTo>
                <a:lnTo>
                  <a:pt x="0" y="67237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876906" y="7616290"/>
            <a:ext cx="4764788" cy="476478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99020" y="-891876"/>
            <a:ext cx="2412567" cy="241256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739360" y="4063875"/>
            <a:ext cx="10809280" cy="1930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13"/>
              </a:lnSpc>
            </a:pPr>
            <a:r>
              <a:rPr lang="en-US" sz="1122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861890" y="3620131"/>
            <a:ext cx="12564219" cy="2884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19"/>
              </a:lnSpc>
              <a:spcBef>
                <a:spcPct val="0"/>
              </a:spcBef>
            </a:pPr>
            <a:r>
              <a:rPr lang="en-US" b="true" sz="82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</a:t>
            </a:r>
            <a:r>
              <a:rPr lang="en-US" b="true" sz="82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dependent Watchdog </a:t>
            </a:r>
          </a:p>
          <a:p>
            <a:pPr algn="ctr">
              <a:lnSpc>
                <a:spcPts val="11619"/>
              </a:lnSpc>
              <a:spcBef>
                <a:spcPct val="0"/>
              </a:spcBef>
            </a:pPr>
            <a:r>
              <a:rPr lang="en-US" b="true" sz="82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(IWDG)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008885" y="4274503"/>
            <a:ext cx="827023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</a:t>
            </a:r>
            <a:r>
              <a:rPr lang="en-US" sz="9200" b="true">
                <a:solidFill>
                  <a:srgbClr val="004A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IWDG</a:t>
            </a: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0" y="5013445"/>
            <a:ext cx="18288000" cy="340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1999" indent="-420999" lvl="1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Free-running downcounter </a:t>
            </a:r>
          </a:p>
          <a:p>
            <a:pPr algn="l" marL="841999" indent="-420999" lvl="1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Clocked from an independent RC oscillator (can operate in Standby and Stop modes) </a:t>
            </a:r>
          </a:p>
          <a:p>
            <a:pPr algn="l" marL="841999" indent="-420999" lvl="1">
              <a:lnSpc>
                <a:spcPts val="5459"/>
              </a:lnSpc>
              <a:buFont typeface="Arial"/>
              <a:buChar char="•"/>
            </a:pPr>
            <a:r>
              <a:rPr lang="en-US" sz="3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Reset (if watchdog activated) when the downcounter value of 0x000 is reached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2909666" y="3103744"/>
            <a:ext cx="1828800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IWDG </a:t>
            </a:r>
            <a:r>
              <a:rPr lang="en-US" sz="9200" b="true">
                <a:solidFill>
                  <a:srgbClr val="11676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Main Features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509180" y="3669215"/>
            <a:ext cx="13478438" cy="5043656"/>
          </a:xfrm>
          <a:custGeom>
            <a:avLst/>
            <a:gdLst/>
            <a:ahLst/>
            <a:cxnLst/>
            <a:rect r="r" b="b" t="t" l="l"/>
            <a:pathLst>
              <a:path h="5043656" w="13478438">
                <a:moveTo>
                  <a:pt x="0" y="0"/>
                </a:moveTo>
                <a:lnTo>
                  <a:pt x="13478438" y="0"/>
                </a:lnTo>
                <a:lnTo>
                  <a:pt x="13478438" y="5043656"/>
                </a:lnTo>
                <a:lnTo>
                  <a:pt x="0" y="50436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404781" y="1559746"/>
            <a:ext cx="1347843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IWDG </a:t>
            </a:r>
            <a:r>
              <a:rPr lang="en-US" sz="9200" b="true">
                <a:solidFill>
                  <a:srgbClr val="661414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Block Diagaram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37623" y="2684387"/>
            <a:ext cx="8763446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IWDG Registers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4946256"/>
            <a:ext cx="8763446" cy="2867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78" indent="-442589" lvl="1">
              <a:lnSpc>
                <a:spcPts val="5739"/>
              </a:lnSpc>
              <a:buAutoNum type="arabicPeriod" startAt="1"/>
            </a:pPr>
            <a:r>
              <a:rPr lang="en-US" b="true" sz="40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Key Register</a:t>
            </a:r>
          </a:p>
          <a:p>
            <a:pPr algn="l" marL="885178" indent="-442589" lvl="1">
              <a:lnSpc>
                <a:spcPts val="5739"/>
              </a:lnSpc>
              <a:buAutoNum type="arabicPeriod" startAt="1"/>
            </a:pPr>
            <a:r>
              <a:rPr lang="en-US" b="true" sz="40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Prescaler Register</a:t>
            </a:r>
          </a:p>
          <a:p>
            <a:pPr algn="l" marL="885178" indent="-442589" lvl="1">
              <a:lnSpc>
                <a:spcPts val="5739"/>
              </a:lnSpc>
              <a:buAutoNum type="arabicPeriod" startAt="1"/>
            </a:pPr>
            <a:r>
              <a:rPr lang="en-US" b="true" sz="40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Reload Register</a:t>
            </a:r>
          </a:p>
          <a:p>
            <a:pPr algn="l" marL="885178" indent="-442589" lvl="1">
              <a:lnSpc>
                <a:spcPts val="5739"/>
              </a:lnSpc>
              <a:spcBef>
                <a:spcPct val="0"/>
              </a:spcBef>
              <a:buAutoNum type="arabicPeriod" startAt="1"/>
            </a:pPr>
            <a:r>
              <a:rPr lang="en-US" b="true" sz="40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Status Register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77656" y="2941003"/>
            <a:ext cx="706115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Register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0204" y="4920762"/>
            <a:ext cx="4326285" cy="960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Address offset: 0x00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Reset value: 0x0000 0000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0" y="2941003"/>
            <a:ext cx="1113692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Prescale Register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0204" y="4920762"/>
            <a:ext cx="4326285" cy="960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Address offset: 0x04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Reset value: 0x0000 0000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-371973" y="3057402"/>
            <a:ext cx="1113692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Reload Register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0204" y="4920762"/>
            <a:ext cx="4198739" cy="960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Address offset: 0x08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Reset value: 0x0000 0FFF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-371973" y="3057402"/>
            <a:ext cx="1113692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Status Register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0204" y="4920762"/>
            <a:ext cx="4326285" cy="960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Address offset: 0x0C 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Reset value: 0x0000 0000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702233" y="2362140"/>
            <a:ext cx="14883533" cy="5562721"/>
          </a:xfrm>
          <a:custGeom>
            <a:avLst/>
            <a:gdLst/>
            <a:ahLst/>
            <a:cxnLst/>
            <a:rect r="r" b="b" t="t" l="l"/>
            <a:pathLst>
              <a:path h="5562721" w="14883533">
                <a:moveTo>
                  <a:pt x="0" y="0"/>
                </a:moveTo>
                <a:lnTo>
                  <a:pt x="14883534" y="0"/>
                </a:lnTo>
                <a:lnTo>
                  <a:pt x="14883534" y="5562720"/>
                </a:lnTo>
                <a:lnTo>
                  <a:pt x="0" y="55627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433847" cy="10287000"/>
          </a:xfrm>
          <a:custGeom>
            <a:avLst/>
            <a:gdLst/>
            <a:ahLst/>
            <a:cxnLst/>
            <a:rect r="r" b="b" t="t" l="l"/>
            <a:pathLst>
              <a:path h="10287000" w="18433847">
                <a:moveTo>
                  <a:pt x="0" y="0"/>
                </a:moveTo>
                <a:lnTo>
                  <a:pt x="18433847" y="0"/>
                </a:lnTo>
                <a:lnTo>
                  <a:pt x="1843384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66552" y="1640373"/>
            <a:ext cx="12554895" cy="7006253"/>
          </a:xfrm>
          <a:custGeom>
            <a:avLst/>
            <a:gdLst/>
            <a:ahLst/>
            <a:cxnLst/>
            <a:rect r="r" b="b" t="t" l="l"/>
            <a:pathLst>
              <a:path h="7006253" w="12554895">
                <a:moveTo>
                  <a:pt x="0" y="0"/>
                </a:moveTo>
                <a:lnTo>
                  <a:pt x="12554896" y="0"/>
                </a:lnTo>
                <a:lnTo>
                  <a:pt x="12554896" y="7006254"/>
                </a:lnTo>
                <a:lnTo>
                  <a:pt x="0" y="7006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3618" y="0"/>
            <a:ext cx="18481618" cy="10287000"/>
          </a:xfrm>
          <a:custGeom>
            <a:avLst/>
            <a:gdLst/>
            <a:ahLst/>
            <a:cxnLst/>
            <a:rect r="r" b="b" t="t" l="l"/>
            <a:pathLst>
              <a:path h="10287000" w="18481618">
                <a:moveTo>
                  <a:pt x="0" y="0"/>
                </a:moveTo>
                <a:lnTo>
                  <a:pt x="18481618" y="0"/>
                </a:lnTo>
                <a:lnTo>
                  <a:pt x="1848161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9" r="0" b="-129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66552" y="1640373"/>
            <a:ext cx="12554895" cy="7006253"/>
          </a:xfrm>
          <a:custGeom>
            <a:avLst/>
            <a:gdLst/>
            <a:ahLst/>
            <a:cxnLst/>
            <a:rect r="r" b="b" t="t" l="l"/>
            <a:pathLst>
              <a:path h="7006253" w="12554895">
                <a:moveTo>
                  <a:pt x="0" y="0"/>
                </a:moveTo>
                <a:lnTo>
                  <a:pt x="12554896" y="0"/>
                </a:lnTo>
                <a:lnTo>
                  <a:pt x="12554896" y="7006254"/>
                </a:lnTo>
                <a:lnTo>
                  <a:pt x="0" y="7006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797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53245"/>
            <a:ext cx="18288000" cy="10205610"/>
          </a:xfrm>
          <a:custGeom>
            <a:avLst/>
            <a:gdLst/>
            <a:ahLst/>
            <a:cxnLst/>
            <a:rect r="r" b="b" t="t" l="l"/>
            <a:pathLst>
              <a:path h="10205610" w="18288000">
                <a:moveTo>
                  <a:pt x="0" y="0"/>
                </a:moveTo>
                <a:lnTo>
                  <a:pt x="18288000" y="0"/>
                </a:lnTo>
                <a:lnTo>
                  <a:pt x="18288000" y="10205610"/>
                </a:lnTo>
                <a:lnTo>
                  <a:pt x="0" y="10205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05610"/>
          </a:xfrm>
          <a:custGeom>
            <a:avLst/>
            <a:gdLst/>
            <a:ahLst/>
            <a:cxnLst/>
            <a:rect r="r" b="b" t="t" l="l"/>
            <a:pathLst>
              <a:path h="10205610" w="18288000">
                <a:moveTo>
                  <a:pt x="0" y="0"/>
                </a:moveTo>
                <a:lnTo>
                  <a:pt x="18288000" y="0"/>
                </a:lnTo>
                <a:lnTo>
                  <a:pt x="18288000" y="10205610"/>
                </a:lnTo>
                <a:lnTo>
                  <a:pt x="0" y="10205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60924" cy="10246305"/>
          </a:xfrm>
          <a:custGeom>
            <a:avLst/>
            <a:gdLst/>
            <a:ahLst/>
            <a:cxnLst/>
            <a:rect r="r" b="b" t="t" l="l"/>
            <a:pathLst>
              <a:path h="10246305" w="18360924">
                <a:moveTo>
                  <a:pt x="0" y="0"/>
                </a:moveTo>
                <a:lnTo>
                  <a:pt x="18360924" y="0"/>
                </a:lnTo>
                <a:lnTo>
                  <a:pt x="18360924" y="10246305"/>
                </a:lnTo>
                <a:lnTo>
                  <a:pt x="0" y="102463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66552" y="1640373"/>
            <a:ext cx="12554895" cy="7006253"/>
          </a:xfrm>
          <a:custGeom>
            <a:avLst/>
            <a:gdLst/>
            <a:ahLst/>
            <a:cxnLst/>
            <a:rect r="r" b="b" t="t" l="l"/>
            <a:pathLst>
              <a:path h="7006253" w="12554895">
                <a:moveTo>
                  <a:pt x="0" y="0"/>
                </a:moveTo>
                <a:lnTo>
                  <a:pt x="12554896" y="0"/>
                </a:lnTo>
                <a:lnTo>
                  <a:pt x="12554896" y="7006254"/>
                </a:lnTo>
                <a:lnTo>
                  <a:pt x="0" y="7006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433847" cy="10287000"/>
          </a:xfrm>
          <a:custGeom>
            <a:avLst/>
            <a:gdLst/>
            <a:ahLst/>
            <a:cxnLst/>
            <a:rect r="r" b="b" t="t" l="l"/>
            <a:pathLst>
              <a:path h="10287000" w="18433847">
                <a:moveTo>
                  <a:pt x="0" y="0"/>
                </a:moveTo>
                <a:lnTo>
                  <a:pt x="18433847" y="0"/>
                </a:lnTo>
                <a:lnTo>
                  <a:pt x="1843384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433847" cy="10287000"/>
          </a:xfrm>
          <a:custGeom>
            <a:avLst/>
            <a:gdLst/>
            <a:ahLst/>
            <a:cxnLst/>
            <a:rect r="r" b="b" t="t" l="l"/>
            <a:pathLst>
              <a:path h="10287000" w="18433847">
                <a:moveTo>
                  <a:pt x="0" y="0"/>
                </a:moveTo>
                <a:lnTo>
                  <a:pt x="18433847" y="0"/>
                </a:lnTo>
                <a:lnTo>
                  <a:pt x="1843384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66552" y="1640373"/>
            <a:ext cx="12554895" cy="7006253"/>
          </a:xfrm>
          <a:custGeom>
            <a:avLst/>
            <a:gdLst/>
            <a:ahLst/>
            <a:cxnLst/>
            <a:rect r="r" b="b" t="t" l="l"/>
            <a:pathLst>
              <a:path h="7006253" w="12554895">
                <a:moveTo>
                  <a:pt x="0" y="0"/>
                </a:moveTo>
                <a:lnTo>
                  <a:pt x="12554896" y="0"/>
                </a:lnTo>
                <a:lnTo>
                  <a:pt x="12554896" y="7006254"/>
                </a:lnTo>
                <a:lnTo>
                  <a:pt x="0" y="7006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433847" cy="10287000"/>
          </a:xfrm>
          <a:custGeom>
            <a:avLst/>
            <a:gdLst/>
            <a:ahLst/>
            <a:cxnLst/>
            <a:rect r="r" b="b" t="t" l="l"/>
            <a:pathLst>
              <a:path h="10287000" w="18433847">
                <a:moveTo>
                  <a:pt x="0" y="0"/>
                </a:moveTo>
                <a:lnTo>
                  <a:pt x="18433847" y="0"/>
                </a:lnTo>
                <a:lnTo>
                  <a:pt x="1843384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66552" y="1640373"/>
            <a:ext cx="12554895" cy="7006253"/>
          </a:xfrm>
          <a:custGeom>
            <a:avLst/>
            <a:gdLst/>
            <a:ahLst/>
            <a:cxnLst/>
            <a:rect r="r" b="b" t="t" l="l"/>
            <a:pathLst>
              <a:path h="7006253" w="12554895">
                <a:moveTo>
                  <a:pt x="0" y="0"/>
                </a:moveTo>
                <a:lnTo>
                  <a:pt x="12554896" y="0"/>
                </a:lnTo>
                <a:lnTo>
                  <a:pt x="12554896" y="7006254"/>
                </a:lnTo>
                <a:lnTo>
                  <a:pt x="0" y="7006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5" y="0"/>
            <a:ext cx="18433847" cy="10287000"/>
          </a:xfrm>
          <a:custGeom>
            <a:avLst/>
            <a:gdLst/>
            <a:ahLst/>
            <a:cxnLst/>
            <a:rect r="r" b="b" t="t" l="l"/>
            <a:pathLst>
              <a:path h="10287000" w="18433847">
                <a:moveTo>
                  <a:pt x="0" y="0"/>
                </a:moveTo>
                <a:lnTo>
                  <a:pt x="18433847" y="0"/>
                </a:lnTo>
                <a:lnTo>
                  <a:pt x="1843384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DAHC_kpwU98</dc:identifier>
  <dcterms:modified xsi:type="dcterms:W3CDTF">2011-08-01T06:04:30Z</dcterms:modified>
  <cp:revision>1</cp:revision>
  <dc:title>PresEntation</dc:title>
</cp:coreProperties>
</file>